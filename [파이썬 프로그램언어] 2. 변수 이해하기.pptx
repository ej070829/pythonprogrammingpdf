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64" r:id="rId4"/>
    <p:sldId id="259" r:id="rId5"/>
    <p:sldId id="258" r:id="rId6"/>
    <p:sldId id="265" r:id="rId7"/>
    <p:sldId id="279" r:id="rId8"/>
  </p:sldIdLst>
  <p:sldSz cx="6551613" cy="9251950"/>
  <p:notesSz cx="6888163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A298"/>
    <a:srgbClr val="FAF1DF"/>
    <a:srgbClr val="EAE0D1"/>
    <a:srgbClr val="EDF5F9"/>
    <a:srgbClr val="E0EDF4"/>
    <a:srgbClr val="F4F2EC"/>
    <a:srgbClr val="F5F9ED"/>
    <a:srgbClr val="FCFDF9"/>
    <a:srgbClr val="F4F9EB"/>
    <a:srgbClr val="F5C9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32" autoAdjust="0"/>
    <p:restoredTop sz="96613" autoAdjust="0"/>
  </p:normalViewPr>
  <p:slideViewPr>
    <p:cSldViewPr snapToGrid="0">
      <p:cViewPr varScale="1">
        <p:scale>
          <a:sx n="84" d="100"/>
          <a:sy n="84" d="100"/>
        </p:scale>
        <p:origin x="830" y="288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12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2381EF5-F270-AB10-E49E-81E9497CBE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78BEC5-1C29-87BC-899F-E669CE44E4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28FAB-55B8-4AE9-8200-35BC1B06803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7D3BBE-2F68-622A-FA88-A6388EC75B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2024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4F5729-6DFC-2722-731A-3A9110D5D4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2024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1E299-26A2-469E-9825-D47CD762C0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569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2984871" cy="502835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702" y="0"/>
            <a:ext cx="2984871" cy="502835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r">
              <a:defRPr sz="1300"/>
            </a:lvl1pPr>
          </a:lstStyle>
          <a:p>
            <a:fld id="{A87FF208-5F8C-468A-9EA4-B433B76141F4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46313" y="1252538"/>
            <a:ext cx="2395537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25" tIns="48312" rIns="96625" bIns="4831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3034"/>
            <a:ext cx="5510530" cy="3946118"/>
          </a:xfrm>
          <a:prstGeom prst="rect">
            <a:avLst/>
          </a:prstGeom>
        </p:spPr>
        <p:txBody>
          <a:bodyPr vert="horz" lIns="96625" tIns="48312" rIns="96625" bIns="4831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4" y="9519055"/>
            <a:ext cx="2984871" cy="50283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702" y="9519055"/>
            <a:ext cx="2984871" cy="50283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r">
              <a:defRPr sz="1300"/>
            </a:lvl1pPr>
          </a:lstStyle>
          <a:p>
            <a:fld id="{D9331E65-C0B2-43A3-AEA0-27572300E6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965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1pPr>
    <a:lvl2pPr marL="431002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2pPr>
    <a:lvl3pPr marL="862005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3pPr>
    <a:lvl4pPr marL="1293007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4pPr>
    <a:lvl5pPr marL="172401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5pPr>
    <a:lvl6pPr marL="2155012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6pPr>
    <a:lvl7pPr marL="2586015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7pPr>
    <a:lvl8pPr marL="3017017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8pPr>
    <a:lvl9pPr marL="344802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246313" y="1252538"/>
            <a:ext cx="239553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31E65-C0B2-43A3-AEA0-27572300E6F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602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1371" y="1514151"/>
            <a:ext cx="5568871" cy="3221049"/>
          </a:xfrm>
        </p:spPr>
        <p:txBody>
          <a:bodyPr anchor="b"/>
          <a:lstStyle>
            <a:lvl1pPr algn="ctr">
              <a:defRPr sz="42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8952" y="4859416"/>
            <a:ext cx="4913710" cy="2233746"/>
          </a:xfrm>
        </p:spPr>
        <p:txBody>
          <a:bodyPr/>
          <a:lstStyle>
            <a:lvl1pPr marL="0" indent="0" algn="ctr">
              <a:buNone/>
              <a:defRPr sz="1720"/>
            </a:lvl1pPr>
            <a:lvl2pPr marL="327584" indent="0" algn="ctr">
              <a:buNone/>
              <a:defRPr sz="1433"/>
            </a:lvl2pPr>
            <a:lvl3pPr marL="655168" indent="0" algn="ctr">
              <a:buNone/>
              <a:defRPr sz="1290"/>
            </a:lvl3pPr>
            <a:lvl4pPr marL="982751" indent="0" algn="ctr">
              <a:buNone/>
              <a:defRPr sz="1146"/>
            </a:lvl4pPr>
            <a:lvl5pPr marL="1310335" indent="0" algn="ctr">
              <a:buNone/>
              <a:defRPr sz="1146"/>
            </a:lvl5pPr>
            <a:lvl6pPr marL="1637919" indent="0" algn="ctr">
              <a:buNone/>
              <a:defRPr sz="1146"/>
            </a:lvl6pPr>
            <a:lvl7pPr marL="1965503" indent="0" algn="ctr">
              <a:buNone/>
              <a:defRPr sz="1146"/>
            </a:lvl7pPr>
            <a:lvl8pPr marL="2293087" indent="0" algn="ctr">
              <a:buNone/>
              <a:defRPr sz="1146"/>
            </a:lvl8pPr>
            <a:lvl9pPr marL="2620670" indent="0" algn="ctr">
              <a:buNone/>
              <a:defRPr sz="11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1A11F-1625-4846-B551-B0FB2D6FBA52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68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D116-71D7-4302-AFCE-C8C6A543EB25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416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012" y="2306565"/>
            <a:ext cx="5650766" cy="3848554"/>
          </a:xfrm>
        </p:spPr>
        <p:txBody>
          <a:bodyPr anchor="b"/>
          <a:lstStyle>
            <a:lvl1pPr>
              <a:defRPr sz="42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7012" y="6191528"/>
            <a:ext cx="5650766" cy="2023863"/>
          </a:xfrm>
        </p:spPr>
        <p:txBody>
          <a:bodyPr/>
          <a:lstStyle>
            <a:lvl1pPr marL="0" indent="0">
              <a:buNone/>
              <a:defRPr sz="1720">
                <a:solidFill>
                  <a:schemeClr val="tx1"/>
                </a:solidFill>
              </a:defRPr>
            </a:lvl1pPr>
            <a:lvl2pPr marL="327584" indent="0">
              <a:buNone/>
              <a:defRPr sz="1433">
                <a:solidFill>
                  <a:schemeClr val="tx1">
                    <a:tint val="75000"/>
                  </a:schemeClr>
                </a:solidFill>
              </a:defRPr>
            </a:lvl2pPr>
            <a:lvl3pPr marL="655168" indent="0">
              <a:buNone/>
              <a:defRPr sz="1290">
                <a:solidFill>
                  <a:schemeClr val="tx1">
                    <a:tint val="75000"/>
                  </a:schemeClr>
                </a:solidFill>
              </a:defRPr>
            </a:lvl3pPr>
            <a:lvl4pPr marL="982751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4pPr>
            <a:lvl5pPr marL="1310335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5pPr>
            <a:lvl6pPr marL="1637919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6pPr>
            <a:lvl7pPr marL="1965503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7pPr>
            <a:lvl8pPr marL="2293087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8pPr>
            <a:lvl9pPr marL="2620670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80E4B-0617-45A8-859E-E6EB3F68FE94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2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0423" y="2462903"/>
            <a:ext cx="2784436" cy="58702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16754" y="2462903"/>
            <a:ext cx="2784436" cy="58702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CCA9B-6EA5-40B6-9C63-673B00ADD933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163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492583"/>
            <a:ext cx="5650766" cy="178828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1277" y="2268014"/>
            <a:ext cx="2771639" cy="1111518"/>
          </a:xfrm>
        </p:spPr>
        <p:txBody>
          <a:bodyPr anchor="b"/>
          <a:lstStyle>
            <a:lvl1pPr marL="0" indent="0">
              <a:buNone/>
              <a:defRPr sz="1720" b="1"/>
            </a:lvl1pPr>
            <a:lvl2pPr marL="327584" indent="0">
              <a:buNone/>
              <a:defRPr sz="1433" b="1"/>
            </a:lvl2pPr>
            <a:lvl3pPr marL="655168" indent="0">
              <a:buNone/>
              <a:defRPr sz="1290" b="1"/>
            </a:lvl3pPr>
            <a:lvl4pPr marL="982751" indent="0">
              <a:buNone/>
              <a:defRPr sz="1146" b="1"/>
            </a:lvl4pPr>
            <a:lvl5pPr marL="1310335" indent="0">
              <a:buNone/>
              <a:defRPr sz="1146" b="1"/>
            </a:lvl5pPr>
            <a:lvl6pPr marL="1637919" indent="0">
              <a:buNone/>
              <a:defRPr sz="1146" b="1"/>
            </a:lvl6pPr>
            <a:lvl7pPr marL="1965503" indent="0">
              <a:buNone/>
              <a:defRPr sz="1146" b="1"/>
            </a:lvl7pPr>
            <a:lvl8pPr marL="2293087" indent="0">
              <a:buNone/>
              <a:defRPr sz="1146" b="1"/>
            </a:lvl8pPr>
            <a:lvl9pPr marL="2620670" indent="0">
              <a:buNone/>
              <a:defRPr sz="11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1277" y="3379532"/>
            <a:ext cx="2771639" cy="49707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16754" y="2268014"/>
            <a:ext cx="2785289" cy="1111518"/>
          </a:xfrm>
        </p:spPr>
        <p:txBody>
          <a:bodyPr anchor="b"/>
          <a:lstStyle>
            <a:lvl1pPr marL="0" indent="0">
              <a:buNone/>
              <a:defRPr sz="1720" b="1"/>
            </a:lvl1pPr>
            <a:lvl2pPr marL="327584" indent="0">
              <a:buNone/>
              <a:defRPr sz="1433" b="1"/>
            </a:lvl2pPr>
            <a:lvl3pPr marL="655168" indent="0">
              <a:buNone/>
              <a:defRPr sz="1290" b="1"/>
            </a:lvl3pPr>
            <a:lvl4pPr marL="982751" indent="0">
              <a:buNone/>
              <a:defRPr sz="1146" b="1"/>
            </a:lvl4pPr>
            <a:lvl5pPr marL="1310335" indent="0">
              <a:buNone/>
              <a:defRPr sz="1146" b="1"/>
            </a:lvl5pPr>
            <a:lvl6pPr marL="1637919" indent="0">
              <a:buNone/>
              <a:defRPr sz="1146" b="1"/>
            </a:lvl6pPr>
            <a:lvl7pPr marL="1965503" indent="0">
              <a:buNone/>
              <a:defRPr sz="1146" b="1"/>
            </a:lvl7pPr>
            <a:lvl8pPr marL="2293087" indent="0">
              <a:buNone/>
              <a:defRPr sz="1146" b="1"/>
            </a:lvl8pPr>
            <a:lvl9pPr marL="2620670" indent="0">
              <a:buNone/>
              <a:defRPr sz="11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16754" y="3379532"/>
            <a:ext cx="2785289" cy="49707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B5553-0EF7-4222-AD4D-B9DF44803BAD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903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03357-7D8F-4C3E-B154-BD95DF5D8AD2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670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0BF9E-2460-47D7-A97E-9F3DFD456E55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1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616797"/>
            <a:ext cx="2113066" cy="2158788"/>
          </a:xfrm>
        </p:spPr>
        <p:txBody>
          <a:bodyPr anchor="b"/>
          <a:lstStyle>
            <a:lvl1pPr>
              <a:defRPr sz="229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5289" y="1332112"/>
            <a:ext cx="3316754" cy="6574881"/>
          </a:xfrm>
        </p:spPr>
        <p:txBody>
          <a:bodyPr/>
          <a:lstStyle>
            <a:lvl1pPr>
              <a:defRPr sz="2293"/>
            </a:lvl1pPr>
            <a:lvl2pPr>
              <a:defRPr sz="2006"/>
            </a:lvl2pPr>
            <a:lvl3pPr>
              <a:defRPr sz="1720"/>
            </a:lvl3pPr>
            <a:lvl4pPr>
              <a:defRPr sz="1433"/>
            </a:lvl4pPr>
            <a:lvl5pPr>
              <a:defRPr sz="1433"/>
            </a:lvl5pPr>
            <a:lvl6pPr>
              <a:defRPr sz="1433"/>
            </a:lvl6pPr>
            <a:lvl7pPr>
              <a:defRPr sz="1433"/>
            </a:lvl7pPr>
            <a:lvl8pPr>
              <a:defRPr sz="1433"/>
            </a:lvl8pPr>
            <a:lvl9pPr>
              <a:defRPr sz="14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77" y="2775585"/>
            <a:ext cx="2113066" cy="5142115"/>
          </a:xfrm>
        </p:spPr>
        <p:txBody>
          <a:bodyPr/>
          <a:lstStyle>
            <a:lvl1pPr marL="0" indent="0">
              <a:buNone/>
              <a:defRPr sz="1146"/>
            </a:lvl1pPr>
            <a:lvl2pPr marL="327584" indent="0">
              <a:buNone/>
              <a:defRPr sz="1003"/>
            </a:lvl2pPr>
            <a:lvl3pPr marL="655168" indent="0">
              <a:buNone/>
              <a:defRPr sz="860"/>
            </a:lvl3pPr>
            <a:lvl4pPr marL="982751" indent="0">
              <a:buNone/>
              <a:defRPr sz="717"/>
            </a:lvl4pPr>
            <a:lvl5pPr marL="1310335" indent="0">
              <a:buNone/>
              <a:defRPr sz="717"/>
            </a:lvl5pPr>
            <a:lvl6pPr marL="1637919" indent="0">
              <a:buNone/>
              <a:defRPr sz="717"/>
            </a:lvl6pPr>
            <a:lvl7pPr marL="1965503" indent="0">
              <a:buNone/>
              <a:defRPr sz="717"/>
            </a:lvl7pPr>
            <a:lvl8pPr marL="2293087" indent="0">
              <a:buNone/>
              <a:defRPr sz="717"/>
            </a:lvl8pPr>
            <a:lvl9pPr marL="2620670" indent="0">
              <a:buNone/>
              <a:defRPr sz="71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6DC0-B0CC-4DAE-BF6E-F5491584EC2A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244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616797"/>
            <a:ext cx="2113066" cy="2158788"/>
          </a:xfrm>
        </p:spPr>
        <p:txBody>
          <a:bodyPr anchor="b"/>
          <a:lstStyle>
            <a:lvl1pPr>
              <a:defRPr sz="229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85289" y="1332112"/>
            <a:ext cx="3316754" cy="6574881"/>
          </a:xfrm>
        </p:spPr>
        <p:txBody>
          <a:bodyPr anchor="t"/>
          <a:lstStyle>
            <a:lvl1pPr marL="0" indent="0">
              <a:buNone/>
              <a:defRPr sz="2293"/>
            </a:lvl1pPr>
            <a:lvl2pPr marL="327584" indent="0">
              <a:buNone/>
              <a:defRPr sz="2006"/>
            </a:lvl2pPr>
            <a:lvl3pPr marL="655168" indent="0">
              <a:buNone/>
              <a:defRPr sz="1720"/>
            </a:lvl3pPr>
            <a:lvl4pPr marL="982751" indent="0">
              <a:buNone/>
              <a:defRPr sz="1433"/>
            </a:lvl4pPr>
            <a:lvl5pPr marL="1310335" indent="0">
              <a:buNone/>
              <a:defRPr sz="1433"/>
            </a:lvl5pPr>
            <a:lvl6pPr marL="1637919" indent="0">
              <a:buNone/>
              <a:defRPr sz="1433"/>
            </a:lvl6pPr>
            <a:lvl7pPr marL="1965503" indent="0">
              <a:buNone/>
              <a:defRPr sz="1433"/>
            </a:lvl7pPr>
            <a:lvl8pPr marL="2293087" indent="0">
              <a:buNone/>
              <a:defRPr sz="1433"/>
            </a:lvl8pPr>
            <a:lvl9pPr marL="2620670" indent="0">
              <a:buNone/>
              <a:defRPr sz="143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77" y="2775585"/>
            <a:ext cx="2113066" cy="5142115"/>
          </a:xfrm>
        </p:spPr>
        <p:txBody>
          <a:bodyPr/>
          <a:lstStyle>
            <a:lvl1pPr marL="0" indent="0">
              <a:buNone/>
              <a:defRPr sz="1146"/>
            </a:lvl1pPr>
            <a:lvl2pPr marL="327584" indent="0">
              <a:buNone/>
              <a:defRPr sz="1003"/>
            </a:lvl2pPr>
            <a:lvl3pPr marL="655168" indent="0">
              <a:buNone/>
              <a:defRPr sz="860"/>
            </a:lvl3pPr>
            <a:lvl4pPr marL="982751" indent="0">
              <a:buNone/>
              <a:defRPr sz="717"/>
            </a:lvl4pPr>
            <a:lvl5pPr marL="1310335" indent="0">
              <a:buNone/>
              <a:defRPr sz="717"/>
            </a:lvl5pPr>
            <a:lvl6pPr marL="1637919" indent="0">
              <a:buNone/>
              <a:defRPr sz="717"/>
            </a:lvl6pPr>
            <a:lvl7pPr marL="1965503" indent="0">
              <a:buNone/>
              <a:defRPr sz="717"/>
            </a:lvl7pPr>
            <a:lvl8pPr marL="2293087" indent="0">
              <a:buNone/>
              <a:defRPr sz="717"/>
            </a:lvl8pPr>
            <a:lvl9pPr marL="2620670" indent="0">
              <a:buNone/>
              <a:defRPr sz="71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F4339-ED3C-413D-A913-2E4C0CAC614A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028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3469-56C2-4D9B-8248-54D64A5567BF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869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88498" y="492581"/>
            <a:ext cx="1412692" cy="78406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0424" y="492581"/>
            <a:ext cx="4156179" cy="78406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563D7-61A1-4068-A828-12807C55F23E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603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37DFE21-A543-D248-FD33-435A68893D12}"/>
              </a:ext>
            </a:extLst>
          </p:cNvPr>
          <p:cNvSpPr txBox="1"/>
          <p:nvPr/>
        </p:nvSpPr>
        <p:spPr>
          <a:xfrm>
            <a:off x="387802" y="179975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전체 사이즈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18.2*25.7cm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인쇄 가이드 </a:t>
            </a:r>
            <a:r>
              <a:rPr lang="ko-KR" altLang="en-US" sz="1681" b="1" spc="280" dirty="0" err="1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양옆위아래</a:t>
            </a: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0.5cm</a:t>
            </a:r>
          </a:p>
        </p:txBody>
      </p:sp>
      <p:sp>
        <p:nvSpPr>
          <p:cNvPr id="85" name="슬라이드 번호 개체 틀 17">
            <a:extLst>
              <a:ext uri="{FF2B5EF4-FFF2-40B4-BE49-F238E27FC236}">
                <a16:creationId xmlns:a16="http://schemas.microsoft.com/office/drawing/2014/main" id="{0F721311-D04A-9267-ED67-5CD86DA7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62663" y="8384512"/>
            <a:ext cx="1474113" cy="492581"/>
          </a:xfrm>
        </p:spPr>
        <p:txBody>
          <a:bodyPr/>
          <a:lstStyle/>
          <a:p>
            <a:r>
              <a:rPr lang="en-US" altLang="ko-KR" sz="934" dirty="0"/>
              <a:t>0</a:t>
            </a:r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F7F101-0585-6B9F-9FC0-6D6FC1001F0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08CE3C-53AC-ADD3-1CE3-3C7EF195E8E7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23ADFC-5724-79C7-478C-F8E7E0C873A6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876C4-E0F8-3C01-CD1A-88A2B8B0B048}"/>
              </a:ext>
            </a:extLst>
          </p:cNvPr>
          <p:cNvSpPr txBox="1"/>
          <p:nvPr userDrawn="1"/>
        </p:nvSpPr>
        <p:spPr>
          <a:xfrm>
            <a:off x="376991" y="2114604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페이지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2.5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아래쪽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 </a:t>
            </a:r>
          </a:p>
        </p:txBody>
      </p:sp>
    </p:spTree>
    <p:extLst>
      <p:ext uri="{BB962C8B-B14F-4D97-AF65-F5344CB8AC3E}">
        <p14:creationId xmlns:p14="http://schemas.microsoft.com/office/powerpoint/2010/main" val="3187289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61713A-B93B-B9AD-D04A-C485DB6D6A1B}"/>
              </a:ext>
            </a:extLst>
          </p:cNvPr>
          <p:cNvSpPr txBox="1"/>
          <p:nvPr userDrawn="1"/>
        </p:nvSpPr>
        <p:spPr>
          <a:xfrm>
            <a:off x="387802" y="179975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전체 사이즈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18.2*25.7cm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인쇄 가이드 </a:t>
            </a:r>
            <a:r>
              <a:rPr lang="ko-KR" altLang="en-US" sz="1681" b="1" spc="280" dirty="0" err="1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양옆위아래</a:t>
            </a: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0.5cm</a:t>
            </a:r>
          </a:p>
        </p:txBody>
      </p:sp>
      <p:sp>
        <p:nvSpPr>
          <p:cNvPr id="4" name="슬라이드 번호 개체 틀 17">
            <a:extLst>
              <a:ext uri="{FF2B5EF4-FFF2-40B4-BE49-F238E27FC236}">
                <a16:creationId xmlns:a16="http://schemas.microsoft.com/office/drawing/2014/main" id="{38136E1D-18B2-917E-8A59-92A98F9C3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ko-KR" sz="934"/>
              <a:t>0</a:t>
            </a:r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5B7E4A-ACCA-8884-9100-DE16FCA1FEB3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6D929B-E2F6-42A4-AE52-0B71566D8CEB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1E1A8F-E87C-E270-0E81-92FC88CD683F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6F9729-ED8B-606C-955F-F4EA52A8AB8F}"/>
              </a:ext>
            </a:extLst>
          </p:cNvPr>
          <p:cNvSpPr txBox="1"/>
          <p:nvPr userDrawn="1"/>
        </p:nvSpPr>
        <p:spPr>
          <a:xfrm>
            <a:off x="376991" y="2114604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페이지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2.5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아래쪽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 </a:t>
            </a:r>
          </a:p>
        </p:txBody>
      </p:sp>
    </p:spTree>
    <p:extLst>
      <p:ext uri="{BB962C8B-B14F-4D97-AF65-F5344CB8AC3E}">
        <p14:creationId xmlns:p14="http://schemas.microsoft.com/office/powerpoint/2010/main" val="1514577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203ABBF-A026-B45E-68A6-CA18A35E6ACF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08AD72E-6B7A-B8DC-C91B-607F2F4D9CCF}"/>
              </a:ext>
            </a:extLst>
          </p:cNvPr>
          <p:cNvCxnSpPr>
            <a:cxnSpLocks/>
          </p:cNvCxnSpPr>
          <p:nvPr userDrawn="1"/>
        </p:nvCxnSpPr>
        <p:spPr>
          <a:xfrm>
            <a:off x="3936218" y="4390231"/>
            <a:ext cx="1787434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FC000A6-B495-4073-44DD-9EFAFF3A346E}"/>
              </a:ext>
            </a:extLst>
          </p:cNvPr>
          <p:cNvGrpSpPr/>
          <p:nvPr userDrawn="1"/>
        </p:nvGrpSpPr>
        <p:grpSpPr>
          <a:xfrm>
            <a:off x="822463" y="699254"/>
            <a:ext cx="3340200" cy="627616"/>
            <a:chOff x="242887" y="187648"/>
            <a:chExt cx="4724702" cy="88864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7DFE21-A543-D248-FD33-435A68893D12}"/>
                </a:ext>
              </a:extLst>
            </p:cNvPr>
            <p:cNvSpPr txBox="1"/>
            <p:nvPr/>
          </p:nvSpPr>
          <p:spPr>
            <a:xfrm>
              <a:off x="1043042" y="449506"/>
              <a:ext cx="3924547" cy="626784"/>
            </a:xfrm>
            <a:prstGeom prst="rect">
              <a:avLst/>
            </a:prstGeom>
            <a:noFill/>
            <a:ln>
              <a:solidFill>
                <a:schemeClr val="tx1">
                  <a:alpha val="0"/>
                </a:schemeClr>
              </a:solidFill>
            </a:ln>
          </p:spPr>
          <p:txBody>
            <a:bodyPr wrap="square" lIns="91430" tIns="45715" rIns="91430" bIns="45715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681" b="1" spc="280" dirty="0">
                  <a:ln>
                    <a:solidFill>
                      <a:srgbClr val="75C3B6">
                        <a:alpha val="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프로그램 언어</a:t>
              </a:r>
              <a:r>
                <a:rPr lang="en-US" altLang="ko-KR" sz="1681" b="1" spc="280" dirty="0">
                  <a:ln>
                    <a:solidFill>
                      <a:srgbClr val="75C3B6">
                        <a:alpha val="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_Python</a:t>
              </a: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92626397-EC88-1CEF-4F6C-1D113483D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887" y="187648"/>
              <a:ext cx="924139" cy="862012"/>
            </a:xfrm>
            <a:prstGeom prst="rect">
              <a:avLst/>
            </a:prstGeom>
          </p:spPr>
        </p:pic>
      </p:grp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4F5CFFB1-1B2A-C890-8414-1DDEA0DBB87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620645" y="4434391"/>
            <a:ext cx="3107006" cy="4925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868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제목</a:t>
            </a:r>
            <a:r>
              <a:rPr lang="en-US" altLang="ko-KR" dirty="0"/>
              <a:t>[</a:t>
            </a:r>
            <a:r>
              <a:rPr lang="ko-KR" altLang="en-US" dirty="0" err="1"/>
              <a:t>맑은고딕</a:t>
            </a:r>
            <a:r>
              <a:rPr lang="en-US" altLang="ko-KR" dirty="0"/>
              <a:t>:20]</a:t>
            </a: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4175E15D-E067-24D4-D64B-DF7DFE269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1977" y="2908638"/>
            <a:ext cx="1674028" cy="1548826"/>
          </a:xfrm>
        </p:spPr>
        <p:txBody>
          <a:bodyPr>
            <a:noAutofit/>
          </a:bodyPr>
          <a:lstStyle>
            <a:lvl1pPr algn="r">
              <a:defRPr sz="14010" b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1</a:t>
            </a:r>
            <a:endParaRPr lang="en-US" dirty="0"/>
          </a:p>
        </p:txBody>
      </p:sp>
      <p:sp>
        <p:nvSpPr>
          <p:cNvPr id="3" name="슬라이드 번호 개체 틀 17">
            <a:extLst>
              <a:ext uri="{FF2B5EF4-FFF2-40B4-BE49-F238E27FC236}">
                <a16:creationId xmlns:a16="http://schemas.microsoft.com/office/drawing/2014/main" id="{55FBD318-9A3E-3F8D-E7C0-BB425F7F743B}"/>
              </a:ext>
            </a:extLst>
          </p:cNvPr>
          <p:cNvSpPr txBox="1">
            <a:spLocks/>
          </p:cNvSpPr>
          <p:nvPr userDrawn="1"/>
        </p:nvSpPr>
        <p:spPr>
          <a:xfrm>
            <a:off x="4162663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0DFA0C-7E7B-207C-349F-BC03697201D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rgbClr val="F4F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CC8000-10BF-2E3C-6889-AA709CE9D4F4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 w="3175">
            <a:solidFill>
              <a:srgbClr val="F4F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391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다른 페이지 연결선 6">
            <a:extLst>
              <a:ext uri="{FF2B5EF4-FFF2-40B4-BE49-F238E27FC236}">
                <a16:creationId xmlns:a16="http://schemas.microsoft.com/office/drawing/2014/main" id="{FEEFF42E-A429-EA25-A58D-8AD385973AAD}"/>
              </a:ext>
            </a:extLst>
          </p:cNvPr>
          <p:cNvSpPr/>
          <p:nvPr userDrawn="1"/>
        </p:nvSpPr>
        <p:spPr>
          <a:xfrm>
            <a:off x="971265" y="797755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D48BE50-BCA8-A34D-1EF3-8B6177B6B0A0}"/>
              </a:ext>
            </a:extLst>
          </p:cNvPr>
          <p:cNvCxnSpPr>
            <a:cxnSpLocks/>
          </p:cNvCxnSpPr>
          <p:nvPr userDrawn="1"/>
        </p:nvCxnSpPr>
        <p:spPr>
          <a:xfrm>
            <a:off x="1479651" y="1198688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Title 1">
            <a:extLst>
              <a:ext uri="{FF2B5EF4-FFF2-40B4-BE49-F238E27FC236}">
                <a16:creationId xmlns:a16="http://schemas.microsoft.com/office/drawing/2014/main" id="{9EC32A93-32BB-E7BE-9131-89D7050B4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865" y="922151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FBD99102-7F57-D8CF-A9EE-5961030AC8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2683" y="1435291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60DFB6C8-339C-81E4-792B-44AE557BE12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16366" y="1609674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36EB128A-F529-0546-0737-A73B6CD55FD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52306" y="3645755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BF5E3740-00CD-7E4B-8DA8-4AF65F0398B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15990" y="3820138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E7BFB79-A40E-BA52-44A7-46039F0DD1F5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582FD4-E286-E067-9093-7B412A2CD5B1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40A37B-6387-504F-DB0A-7743C2C7EB02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슬라이드 번호 개체 틀 17">
            <a:extLst>
              <a:ext uri="{FF2B5EF4-FFF2-40B4-BE49-F238E27FC236}">
                <a16:creationId xmlns:a16="http://schemas.microsoft.com/office/drawing/2014/main" id="{8397F0A1-B839-488F-4899-66A484B56E7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</p:spTree>
    <p:extLst>
      <p:ext uri="{BB962C8B-B14F-4D97-AF65-F5344CB8AC3E}">
        <p14:creationId xmlns:p14="http://schemas.microsoft.com/office/powerpoint/2010/main" val="3620203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다른 페이지 연결선 6">
            <a:extLst>
              <a:ext uri="{FF2B5EF4-FFF2-40B4-BE49-F238E27FC236}">
                <a16:creationId xmlns:a16="http://schemas.microsoft.com/office/drawing/2014/main" id="{7A6ED1AD-0D4E-3C5A-C967-F297CC00ABBE}"/>
              </a:ext>
            </a:extLst>
          </p:cNvPr>
          <p:cNvSpPr/>
          <p:nvPr userDrawn="1"/>
        </p:nvSpPr>
        <p:spPr>
          <a:xfrm>
            <a:off x="1072750" y="785402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C8C9800-4199-6A36-7730-666913A4A613}"/>
              </a:ext>
            </a:extLst>
          </p:cNvPr>
          <p:cNvCxnSpPr>
            <a:cxnSpLocks/>
          </p:cNvCxnSpPr>
          <p:nvPr userDrawn="1"/>
        </p:nvCxnSpPr>
        <p:spPr>
          <a:xfrm>
            <a:off x="1581137" y="1186335"/>
            <a:ext cx="4055639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29EBEED-7F25-B73B-7593-CDE62DE55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345" y="909798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960B4CB-AA52-24B6-1EFE-A6491595C510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067534" y="1414471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3" name="슬라이드 번호 개체 틀 17">
            <a:extLst>
              <a:ext uri="{FF2B5EF4-FFF2-40B4-BE49-F238E27FC236}">
                <a16:creationId xmlns:a16="http://schemas.microsoft.com/office/drawing/2014/main" id="{234AC8EE-F36A-1B07-AF10-EB64BD3C83C6}"/>
              </a:ext>
            </a:extLst>
          </p:cNvPr>
          <p:cNvSpPr txBox="1">
            <a:spLocks/>
          </p:cNvSpPr>
          <p:nvPr userDrawn="1"/>
        </p:nvSpPr>
        <p:spPr>
          <a:xfrm>
            <a:off x="4162663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655327-DAAD-159C-D84A-168AF1D85720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831047-B281-D07C-7CAB-39933E7E8A87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B90F12-7E14-FF35-8DDD-02447DA44E66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845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F2A2DA-A218-05B0-B05D-2FDE789782B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98322" y="1497080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0EF5C-B4D2-7F68-C96C-5163554121D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62006" y="1671463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D5FE957-21EE-39BA-24A8-80923A80E05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97946" y="3707544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F4934E5-1ACB-AAAA-1CFC-096C2BADAA0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61629" y="3881927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45088CD-F0E5-3327-8A29-738A26D37DE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31773" y="93350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121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:12, </a:t>
            </a:r>
            <a:r>
              <a:rPr lang="ko-KR" altLang="en-US" dirty="0"/>
              <a:t>흰색</a:t>
            </a:r>
            <a:r>
              <a:rPr lang="en-US" altLang="ko-KR" dirty="0"/>
              <a:t>]</a:t>
            </a:r>
          </a:p>
        </p:txBody>
      </p:sp>
      <p:sp>
        <p:nvSpPr>
          <p:cNvPr id="7" name="슬라이드 번호 개체 틀 17">
            <a:extLst>
              <a:ext uri="{FF2B5EF4-FFF2-40B4-BE49-F238E27FC236}">
                <a16:creationId xmlns:a16="http://schemas.microsoft.com/office/drawing/2014/main" id="{F88C35A7-717C-526B-398E-F513A4AAA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04A71B7-635A-BEB0-0699-EDF69AE39DB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EE99100-1F0C-4082-4085-92B8B1B706E8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D88B28-9E4A-1531-69A7-DFF5F93226BB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8155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BC2CA49-147A-84C9-0AD4-64586C429E2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32536" y="1472366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6B8A381-58A8-4D04-31A5-E24085B535F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096219" y="1646749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82874678-789F-1EE2-D97F-33A26DB8354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032160" y="3682830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A83C7BFC-E7B7-2FF5-463E-62455CD7DBA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095843" y="3857213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EFEB078-BCE9-5A26-AC39-0E5CFE98BCA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65987" y="93350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121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:12, </a:t>
            </a:r>
            <a:r>
              <a:rPr lang="ko-KR" altLang="en-US" dirty="0"/>
              <a:t>흰색</a:t>
            </a:r>
            <a:r>
              <a:rPr lang="en-US" altLang="ko-KR" dirty="0"/>
              <a:t>]</a:t>
            </a:r>
          </a:p>
        </p:txBody>
      </p:sp>
      <p:sp>
        <p:nvSpPr>
          <p:cNvPr id="2" name="슬라이드 번호 개체 틀 17">
            <a:extLst>
              <a:ext uri="{FF2B5EF4-FFF2-40B4-BE49-F238E27FC236}">
                <a16:creationId xmlns:a16="http://schemas.microsoft.com/office/drawing/2014/main" id="{33E74F1E-6DAA-03AD-565D-5436B25FD800}"/>
              </a:ext>
            </a:extLst>
          </p:cNvPr>
          <p:cNvSpPr txBox="1">
            <a:spLocks/>
          </p:cNvSpPr>
          <p:nvPr userDrawn="1"/>
        </p:nvSpPr>
        <p:spPr>
          <a:xfrm>
            <a:off x="4162663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844DB8-6953-8298-50A0-39C8806FB647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72B076-99DB-B6D6-C3C8-EF10B8DEF90A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0DBF6D-91F3-8FDC-3F0C-EEC469AFE8FA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1058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순서도: 다른 페이지 연결선 37">
            <a:extLst>
              <a:ext uri="{FF2B5EF4-FFF2-40B4-BE49-F238E27FC236}">
                <a16:creationId xmlns:a16="http://schemas.microsoft.com/office/drawing/2014/main" id="{AFDABB11-1177-B3AF-C0F7-49FDDF361D52}"/>
              </a:ext>
            </a:extLst>
          </p:cNvPr>
          <p:cNvSpPr/>
          <p:nvPr userDrawn="1"/>
        </p:nvSpPr>
        <p:spPr>
          <a:xfrm>
            <a:off x="995979" y="785402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8AD42835-43C3-AB15-0920-7D5D3CB5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579" y="909798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7B25731-EE45-269E-C253-FB73DEDEC6FA}"/>
              </a:ext>
            </a:extLst>
          </p:cNvPr>
          <p:cNvCxnSpPr>
            <a:cxnSpLocks/>
          </p:cNvCxnSpPr>
          <p:nvPr userDrawn="1"/>
        </p:nvCxnSpPr>
        <p:spPr>
          <a:xfrm>
            <a:off x="1504365" y="1186335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EFAEEED-0306-E68A-711B-7644501B9B1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915427" y="1329197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4" name="슬라이드 번호 개체 틀 17">
            <a:extLst>
              <a:ext uri="{FF2B5EF4-FFF2-40B4-BE49-F238E27FC236}">
                <a16:creationId xmlns:a16="http://schemas.microsoft.com/office/drawing/2014/main" id="{82F2E7FB-958B-C8EA-1F3E-B8414C4F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1FA03F-B34D-E395-C2B3-180708875074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BADDE5-A3FE-AADB-1A02-FB4D8FC9B496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CC74E5-DCDE-7259-4A82-DBBD7B81AC97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0658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순서도: 다른 페이지 연결선 22">
            <a:extLst>
              <a:ext uri="{FF2B5EF4-FFF2-40B4-BE49-F238E27FC236}">
                <a16:creationId xmlns:a16="http://schemas.microsoft.com/office/drawing/2014/main" id="{5AFAD81B-BA47-20DA-B155-1D2290CAC6D0}"/>
              </a:ext>
            </a:extLst>
          </p:cNvPr>
          <p:cNvSpPr/>
          <p:nvPr userDrawn="1"/>
        </p:nvSpPr>
        <p:spPr>
          <a:xfrm>
            <a:off x="1120879" y="797759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7AE9E3AD-1745-895D-25BB-C850225FB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478" y="922155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6DDEAE-CE3F-FC42-81E3-9269E50B37A5}"/>
              </a:ext>
            </a:extLst>
          </p:cNvPr>
          <p:cNvSpPr txBox="1">
            <a:spLocks/>
          </p:cNvSpPr>
          <p:nvPr userDrawn="1"/>
        </p:nvSpPr>
        <p:spPr>
          <a:xfrm>
            <a:off x="1126539" y="894515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E1C0352-0C3A-7B44-9BE8-1D278F7FA8E3}"/>
              </a:ext>
            </a:extLst>
          </p:cNvPr>
          <p:cNvCxnSpPr>
            <a:cxnSpLocks/>
          </p:cNvCxnSpPr>
          <p:nvPr userDrawn="1"/>
        </p:nvCxnSpPr>
        <p:spPr>
          <a:xfrm>
            <a:off x="1629265" y="1198692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EF1CDED5-6CFE-6E1C-E71F-2076929226ED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040326" y="1341554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4573B4A-2700-CCC7-FE3A-0EDC719ABAF7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141499" y="1575182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700D324-8AF8-3375-6583-0C43BEB7B7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1141499" y="2481379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31" name="순서도: 다른 페이지 연결선 30">
            <a:extLst>
              <a:ext uri="{FF2B5EF4-FFF2-40B4-BE49-F238E27FC236}">
                <a16:creationId xmlns:a16="http://schemas.microsoft.com/office/drawing/2014/main" id="{471B874B-3DAB-0C20-A006-A7DEFC0B0ACF}"/>
              </a:ext>
            </a:extLst>
          </p:cNvPr>
          <p:cNvSpPr/>
          <p:nvPr userDrawn="1"/>
        </p:nvSpPr>
        <p:spPr>
          <a:xfrm>
            <a:off x="1122718" y="4291343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C61AFAC0-3BFF-0D08-4038-E12688A5D4D6}"/>
              </a:ext>
            </a:extLst>
          </p:cNvPr>
          <p:cNvSpPr txBox="1">
            <a:spLocks/>
          </p:cNvSpPr>
          <p:nvPr userDrawn="1"/>
        </p:nvSpPr>
        <p:spPr>
          <a:xfrm>
            <a:off x="1628317" y="4415738"/>
            <a:ext cx="3824236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94"/>
              <a:t>마스터 제목 스타일 편집</a:t>
            </a:r>
            <a:endParaRPr lang="en-US" sz="1494" dirty="0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F8F58AFB-C334-4A15-4E1E-C1A603BB3631}"/>
              </a:ext>
            </a:extLst>
          </p:cNvPr>
          <p:cNvSpPr txBox="1">
            <a:spLocks/>
          </p:cNvSpPr>
          <p:nvPr userDrawn="1"/>
        </p:nvSpPr>
        <p:spPr>
          <a:xfrm>
            <a:off x="1128378" y="4388099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AF427F5-0C21-4F28-4337-1955F45BAA66}"/>
              </a:ext>
            </a:extLst>
          </p:cNvPr>
          <p:cNvCxnSpPr>
            <a:cxnSpLocks/>
          </p:cNvCxnSpPr>
          <p:nvPr userDrawn="1"/>
        </p:nvCxnSpPr>
        <p:spPr>
          <a:xfrm>
            <a:off x="1631104" y="4692275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AA4DD7CD-9787-FF96-FC78-BFA451341850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042165" y="4835137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641AD4F-E780-5B5D-CC82-D2FE487AB8A9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1143338" y="5068765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B5400023-7F3A-77D5-2852-005AFE483846}"/>
              </a:ext>
            </a:extLst>
          </p:cNvPr>
          <p:cNvSpPr>
            <a:spLocks noGrp="1" noChangeAspect="1"/>
          </p:cNvSpPr>
          <p:nvPr>
            <p:ph type="pic" idx="24"/>
          </p:nvPr>
        </p:nvSpPr>
        <p:spPr>
          <a:xfrm>
            <a:off x="1143338" y="5974962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" name="슬라이드 번호 개체 틀 17">
            <a:extLst>
              <a:ext uri="{FF2B5EF4-FFF2-40B4-BE49-F238E27FC236}">
                <a16:creationId xmlns:a16="http://schemas.microsoft.com/office/drawing/2014/main" id="{18FEC711-1E28-EB57-83C7-988875EDAE89}"/>
              </a:ext>
            </a:extLst>
          </p:cNvPr>
          <p:cNvSpPr txBox="1">
            <a:spLocks/>
          </p:cNvSpPr>
          <p:nvPr userDrawn="1"/>
        </p:nvSpPr>
        <p:spPr>
          <a:xfrm>
            <a:off x="4162663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B92EA7-684A-A448-6459-F79B0D9B45B8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548648-FDA3-5527-17AF-FB2097F94E4C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742473-5B40-ABFB-7837-9DC4989941E0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7115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다른 페이지 연결선 3">
            <a:extLst>
              <a:ext uri="{FF2B5EF4-FFF2-40B4-BE49-F238E27FC236}">
                <a16:creationId xmlns:a16="http://schemas.microsoft.com/office/drawing/2014/main" id="{5FABF0C7-AE96-FEC1-1944-6467CE2E0FF3}"/>
              </a:ext>
            </a:extLst>
          </p:cNvPr>
          <p:cNvSpPr/>
          <p:nvPr userDrawn="1"/>
        </p:nvSpPr>
        <p:spPr>
          <a:xfrm>
            <a:off x="946551" y="797759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F8A4629-81E4-0E0E-2D95-0FB4BC0AB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151" y="922155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D948CE6-D3F5-2930-188B-DB04E25D20D7}"/>
              </a:ext>
            </a:extLst>
          </p:cNvPr>
          <p:cNvSpPr txBox="1">
            <a:spLocks/>
          </p:cNvSpPr>
          <p:nvPr userDrawn="1"/>
        </p:nvSpPr>
        <p:spPr>
          <a:xfrm>
            <a:off x="952212" y="894515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752AA04-9C77-ECD5-689A-B72E67E33ADC}"/>
              </a:ext>
            </a:extLst>
          </p:cNvPr>
          <p:cNvCxnSpPr>
            <a:cxnSpLocks/>
          </p:cNvCxnSpPr>
          <p:nvPr userDrawn="1"/>
        </p:nvCxnSpPr>
        <p:spPr>
          <a:xfrm>
            <a:off x="1454937" y="1198692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FFCF4D2-F8A0-01DA-18FA-2FAC2675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65999" y="1341554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6CC5AF9-53BC-3A76-3C42-F1C999B7647A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67171" y="1575182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0AC30C8-2C5F-D482-53D0-5FF1FE4CF2A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967171" y="2481379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6" name="순서도: 다른 페이지 연결선 25">
            <a:extLst>
              <a:ext uri="{FF2B5EF4-FFF2-40B4-BE49-F238E27FC236}">
                <a16:creationId xmlns:a16="http://schemas.microsoft.com/office/drawing/2014/main" id="{1FA3DF31-719A-17CD-A129-987510266D8D}"/>
              </a:ext>
            </a:extLst>
          </p:cNvPr>
          <p:cNvSpPr/>
          <p:nvPr userDrawn="1"/>
        </p:nvSpPr>
        <p:spPr>
          <a:xfrm>
            <a:off x="948390" y="4291343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20B0099-C7A0-C71F-2864-C721CF3ED6B0}"/>
              </a:ext>
            </a:extLst>
          </p:cNvPr>
          <p:cNvSpPr txBox="1">
            <a:spLocks/>
          </p:cNvSpPr>
          <p:nvPr userDrawn="1"/>
        </p:nvSpPr>
        <p:spPr>
          <a:xfrm>
            <a:off x="1453990" y="4415738"/>
            <a:ext cx="3824236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94"/>
              <a:t>마스터 제목 스타일 편집</a:t>
            </a:r>
            <a:endParaRPr lang="en-US" sz="1494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15A56448-62FE-916F-B562-8A6FB1E3CEBD}"/>
              </a:ext>
            </a:extLst>
          </p:cNvPr>
          <p:cNvSpPr txBox="1">
            <a:spLocks/>
          </p:cNvSpPr>
          <p:nvPr userDrawn="1"/>
        </p:nvSpPr>
        <p:spPr>
          <a:xfrm>
            <a:off x="954051" y="4388099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EB81EAE-86F9-2EC9-18DD-8958E18E0713}"/>
              </a:ext>
            </a:extLst>
          </p:cNvPr>
          <p:cNvCxnSpPr>
            <a:cxnSpLocks/>
          </p:cNvCxnSpPr>
          <p:nvPr userDrawn="1"/>
        </p:nvCxnSpPr>
        <p:spPr>
          <a:xfrm>
            <a:off x="1456776" y="4692275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8318C38B-4A17-E731-31C7-D19C53C8067E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867838" y="4835137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F66B1B6-A6E2-DE77-2A20-77391E2A1B84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69010" y="5068765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172A0B7C-BF4F-D5C2-E759-862BBF676755}"/>
              </a:ext>
            </a:extLst>
          </p:cNvPr>
          <p:cNvSpPr>
            <a:spLocks noGrp="1" noChangeAspect="1"/>
          </p:cNvSpPr>
          <p:nvPr>
            <p:ph type="pic" idx="24"/>
          </p:nvPr>
        </p:nvSpPr>
        <p:spPr>
          <a:xfrm>
            <a:off x="969010" y="5974962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6" name="슬라이드 번호 개체 틀 17">
            <a:extLst>
              <a:ext uri="{FF2B5EF4-FFF2-40B4-BE49-F238E27FC236}">
                <a16:creationId xmlns:a16="http://schemas.microsoft.com/office/drawing/2014/main" id="{7BC74A89-0677-292C-725F-7006A3B71001}"/>
              </a:ext>
            </a:extLst>
          </p:cNvPr>
          <p:cNvSpPr txBox="1">
            <a:spLocks/>
          </p:cNvSpPr>
          <p:nvPr userDrawn="1"/>
        </p:nvSpPr>
        <p:spPr>
          <a:xfrm>
            <a:off x="900469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5E183D-EBE0-0342-7D21-09564255F65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E37E22-89EF-8425-A190-763275E38E41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12B8211-84BB-06DA-5E23-CD6FB01D57F7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8761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E2519A-3B07-6FCD-8588-7355A95BE1DE}"/>
              </a:ext>
            </a:extLst>
          </p:cNvPr>
          <p:cNvSpPr txBox="1">
            <a:spLocks/>
          </p:cNvSpPr>
          <p:nvPr userDrawn="1"/>
        </p:nvSpPr>
        <p:spPr>
          <a:xfrm>
            <a:off x="1569623" y="150665"/>
            <a:ext cx="3824236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1494" dirty="0"/>
              <a:t>오른쪽</a:t>
            </a:r>
            <a:endParaRPr lang="en-US" sz="1494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D70C2A-924D-63C1-A6F0-289C5530E792}"/>
              </a:ext>
            </a:extLst>
          </p:cNvPr>
          <p:cNvSpPr/>
          <p:nvPr userDrawn="1"/>
        </p:nvSpPr>
        <p:spPr>
          <a:xfrm>
            <a:off x="11057" y="808"/>
            <a:ext cx="6173305" cy="817377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56C269-A5D9-2686-A4FE-7F1F2217658F}"/>
              </a:ext>
            </a:extLst>
          </p:cNvPr>
          <p:cNvSpPr/>
          <p:nvPr userDrawn="1"/>
        </p:nvSpPr>
        <p:spPr>
          <a:xfrm>
            <a:off x="843561" y="688529"/>
            <a:ext cx="4766685" cy="685525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20317-9E38-3F56-C479-CADF21D82103}"/>
              </a:ext>
            </a:extLst>
          </p:cNvPr>
          <p:cNvSpPr txBox="1"/>
          <p:nvPr userDrawn="1"/>
        </p:nvSpPr>
        <p:spPr>
          <a:xfrm>
            <a:off x="1969588" y="5672131"/>
            <a:ext cx="2617448" cy="609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362" b="0" dirty="0">
                <a:solidFill>
                  <a:prstClr val="white">
                    <a:lumMod val="65000"/>
                  </a:prst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감사합니다</a:t>
            </a:r>
            <a:r>
              <a:rPr lang="en-US" altLang="ko-KR" sz="3362" b="0" dirty="0">
                <a:solidFill>
                  <a:prstClr val="white">
                    <a:lumMod val="65000"/>
                  </a:prst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  <a:endParaRPr lang="ko-KR" altLang="en-US" sz="3362" b="0" dirty="0">
              <a:solidFill>
                <a:prstClr val="white">
                  <a:lumMod val="65000"/>
                </a:prstClr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pic>
        <p:nvPicPr>
          <p:cNvPr id="12" name="Picture 2" descr="D:\은경\최종시안\스티커_로봇.png">
            <a:extLst>
              <a:ext uri="{FF2B5EF4-FFF2-40B4-BE49-F238E27FC236}">
                <a16:creationId xmlns:a16="http://schemas.microsoft.com/office/drawing/2014/main" id="{93DEDCA9-233A-10DC-C133-0D190D6040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845" y="2022818"/>
            <a:ext cx="3253374" cy="318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446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0424" y="492583"/>
            <a:ext cx="5650766" cy="17882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424" y="2462903"/>
            <a:ext cx="5650766" cy="5870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0423" y="857518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5ED4F-5061-4292-B39D-E4856B5F82AF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222" y="8575189"/>
            <a:ext cx="2211169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27077" y="857518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52EAC-BE29-4AAD-B8A8-A623A2B858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88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23" r:id="rId12"/>
    <p:sldLayoutId id="2147483724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696" r:id="rId19"/>
    <p:sldLayoutId id="2147483700" r:id="rId20"/>
    <p:sldLayoutId id="2147483699" r:id="rId21"/>
    <p:sldLayoutId id="2147483703" r:id="rId22"/>
  </p:sldLayoutIdLst>
  <p:hf hdr="0" ftr="0" dt="0"/>
  <p:txStyles>
    <p:titleStyle>
      <a:lvl1pPr algn="l" defTabSz="655168" rtl="0" eaLnBrk="1" latinLnBrk="1" hangingPunct="1">
        <a:lnSpc>
          <a:spcPct val="90000"/>
        </a:lnSpc>
        <a:spcBef>
          <a:spcPct val="0"/>
        </a:spcBef>
        <a:buNone/>
        <a:defRPr sz="31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3792" indent="-163792" algn="l" defTabSz="655168" rtl="0" eaLnBrk="1" latinLnBrk="1" hangingPunct="1">
        <a:lnSpc>
          <a:spcPct val="90000"/>
        </a:lnSpc>
        <a:spcBef>
          <a:spcPts val="717"/>
        </a:spcBef>
        <a:buFont typeface="Arial" panose="020B0604020202020204" pitchFamily="34" charset="0"/>
        <a:buChar char="•"/>
        <a:defRPr sz="2006" kern="1200">
          <a:solidFill>
            <a:schemeClr val="tx1"/>
          </a:solidFill>
          <a:latin typeface="+mn-lt"/>
          <a:ea typeface="+mn-ea"/>
          <a:cs typeface="+mn-cs"/>
        </a:defRPr>
      </a:lvl1pPr>
      <a:lvl2pPr marL="491376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2pPr>
      <a:lvl3pPr marL="818960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433" kern="1200">
          <a:solidFill>
            <a:schemeClr val="tx1"/>
          </a:solidFill>
          <a:latin typeface="+mn-lt"/>
          <a:ea typeface="+mn-ea"/>
          <a:cs typeface="+mn-cs"/>
        </a:defRPr>
      </a:lvl3pPr>
      <a:lvl4pPr marL="1146543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4pPr>
      <a:lvl5pPr marL="1474127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5pPr>
      <a:lvl6pPr marL="1801711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6pPr>
      <a:lvl7pPr marL="2129295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7pPr>
      <a:lvl8pPr marL="2456879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8pPr>
      <a:lvl9pPr marL="2784462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1pPr>
      <a:lvl2pPr marL="327584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2pPr>
      <a:lvl3pPr marL="655168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3pPr>
      <a:lvl4pPr marL="982751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4pPr>
      <a:lvl5pPr marL="1310335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5pPr>
      <a:lvl6pPr marL="1637919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6pPr>
      <a:lvl7pPr marL="1965503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7pPr>
      <a:lvl8pPr marL="2293087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8pPr>
      <a:lvl9pPr marL="2620670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B9937-984F-C33B-90A1-FC348238129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z="2000" dirty="0"/>
              <a:t>변수 이해하기</a:t>
            </a:r>
          </a:p>
          <a:p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6DBA2CA-650E-1195-173C-6CE134A5C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904" y="3083898"/>
            <a:ext cx="1636616" cy="1548826"/>
          </a:xfrm>
        </p:spPr>
        <p:txBody>
          <a:bodyPr/>
          <a:lstStyle/>
          <a:p>
            <a:r>
              <a:rPr lang="en-US" altLang="ko-KR" sz="10000" dirty="0"/>
              <a:t>2</a:t>
            </a:r>
            <a:endParaRPr lang="ko-KR" altLang="en-US" sz="10000" dirty="0"/>
          </a:p>
        </p:txBody>
      </p:sp>
    </p:spTree>
    <p:extLst>
      <p:ext uri="{BB962C8B-B14F-4D97-AF65-F5344CB8AC3E}">
        <p14:creationId xmlns:p14="http://schemas.microsoft.com/office/powerpoint/2010/main" val="424288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39CC9D-846B-E8C3-CF51-899CF65A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344" y="913776"/>
            <a:ext cx="3738771" cy="338272"/>
          </a:xfrm>
        </p:spPr>
        <p:txBody>
          <a:bodyPr>
            <a:normAutofit/>
          </a:bodyPr>
          <a:lstStyle/>
          <a:p>
            <a:r>
              <a:rPr lang="ko-KR" altLang="en-US" sz="1200" dirty="0"/>
              <a:t>변수 이해하기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5487D7-4CC3-E1C5-2949-0ACA77AE3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112" y="1426916"/>
            <a:ext cx="4555725" cy="49668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/>
              <a:t>변수란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7AF61533-7D09-3FB1-D344-4D78065D0F74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2</a:t>
            </a:fld>
            <a:endParaRPr lang="ko-KR" altLang="en-US" sz="1000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DA5E0ED-4733-41A4-2AAA-C2AE34D9E4AF}"/>
              </a:ext>
            </a:extLst>
          </p:cNvPr>
          <p:cNvSpPr txBox="1">
            <a:spLocks/>
          </p:cNvSpPr>
          <p:nvPr/>
        </p:nvSpPr>
        <p:spPr>
          <a:xfrm>
            <a:off x="1017090" y="1806274"/>
            <a:ext cx="4944798" cy="2335958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ko-KR" altLang="en-US" dirty="0"/>
              <a:t>변수</a:t>
            </a:r>
            <a:r>
              <a:rPr lang="en-US" altLang="ko-KR" dirty="0"/>
              <a:t>(variable)</a:t>
            </a:r>
            <a:r>
              <a:rPr lang="ko-KR" altLang="en-US" dirty="0"/>
              <a:t>는 값을 저장하는 메모리 공간의 이름이다</a:t>
            </a:r>
            <a:r>
              <a:rPr lang="en-US" altLang="ko-KR" dirty="0"/>
              <a:t>.</a:t>
            </a: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컴퓨터 안에서는 데이터를 저장하기 위해 메모리를 사용하고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,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변수는 그 메모리 공간에 붙인 이름표 역할을 한다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ko-KR" altLang="en-US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lvl="1">
              <a:lnSpc>
                <a:spcPct val="100000"/>
              </a:lnSpc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C57A92-62DD-7EE1-D536-C85EF86251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8109" t="60630"/>
          <a:stretch/>
        </p:blipFill>
        <p:spPr>
          <a:xfrm>
            <a:off x="3557051" y="2553455"/>
            <a:ext cx="2404837" cy="1029928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BA9FEA3-E54C-257D-54EE-A65E8190CAE1}"/>
              </a:ext>
            </a:extLst>
          </p:cNvPr>
          <p:cNvSpPr txBox="1">
            <a:spLocks/>
          </p:cNvSpPr>
          <p:nvPr/>
        </p:nvSpPr>
        <p:spPr>
          <a:xfrm>
            <a:off x="822112" y="4093608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100" dirty="0"/>
              <a:t>변수에 값 저장하기</a:t>
            </a:r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775127F2-7233-65C0-8298-C04950507BB6}"/>
              </a:ext>
            </a:extLst>
          </p:cNvPr>
          <p:cNvSpPr txBox="1">
            <a:spLocks/>
          </p:cNvSpPr>
          <p:nvPr/>
        </p:nvSpPr>
        <p:spPr>
          <a:xfrm>
            <a:off x="1017090" y="5542814"/>
            <a:ext cx="4761918" cy="2335958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en-US" altLang="ko-KR" dirty="0"/>
              <a:t>num</a:t>
            </a:r>
            <a:r>
              <a:rPr lang="ko-KR" altLang="en-US" dirty="0"/>
              <a:t>은 변수이고</a:t>
            </a:r>
            <a:r>
              <a:rPr lang="en-US" altLang="ko-KR" dirty="0"/>
              <a:t>, 10</a:t>
            </a:r>
            <a:r>
              <a:rPr lang="ko-KR" altLang="en-US" dirty="0"/>
              <a:t>은 변수에 저장할 값이다</a:t>
            </a:r>
            <a:r>
              <a:rPr lang="en-US" altLang="ko-KR" dirty="0"/>
              <a:t>.</a:t>
            </a: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en-US" altLang="ko-KR" b="1" dirty="0"/>
              <a:t>=</a:t>
            </a:r>
            <a:r>
              <a:rPr lang="en-US" altLang="ko-KR" dirty="0"/>
              <a:t> </a:t>
            </a:r>
            <a:r>
              <a:rPr lang="ko-KR" altLang="en-US" dirty="0"/>
              <a:t>기호는</a:t>
            </a:r>
            <a:r>
              <a:rPr lang="en-US" altLang="ko-KR" dirty="0"/>
              <a:t> </a:t>
            </a:r>
            <a:r>
              <a:rPr lang="ko-KR" altLang="en-US" dirty="0"/>
              <a:t>오른쪽의 값을 왼쪽 변수에 저장하는 </a:t>
            </a:r>
            <a:r>
              <a:rPr lang="ko-KR" altLang="en-US" b="1" dirty="0"/>
              <a:t>대입 연산자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en-US" altLang="ko-KR" dirty="0"/>
              <a:t>num = 10 </a:t>
            </a:r>
            <a:r>
              <a:rPr lang="ko-KR" altLang="en-US" dirty="0"/>
              <a:t>명령이 실행되면 </a:t>
            </a:r>
            <a:r>
              <a:rPr lang="ko-KR" altLang="en-US" dirty="0" err="1"/>
              <a:t>메모뢰</a:t>
            </a:r>
            <a:r>
              <a:rPr lang="ko-KR" altLang="en-US" dirty="0"/>
              <a:t> 공간에 </a:t>
            </a:r>
            <a:r>
              <a:rPr lang="en-US" altLang="ko-KR" dirty="0"/>
              <a:t>‘num’</a:t>
            </a:r>
            <a:r>
              <a:rPr lang="ko-KR" altLang="en-US" dirty="0"/>
              <a:t>이라는 이름이 붙고 그 안에 </a:t>
            </a:r>
            <a:r>
              <a:rPr lang="en-US" altLang="ko-KR" dirty="0"/>
              <a:t>10</a:t>
            </a:r>
            <a:r>
              <a:rPr lang="ko-KR" altLang="en-US" dirty="0"/>
              <a:t>이 저장된다</a:t>
            </a:r>
            <a:r>
              <a:rPr lang="en-US" altLang="ko-KR" dirty="0"/>
              <a:t>.</a:t>
            </a: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endParaRPr lang="ko-KR" altLang="en-US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3AF620E2-6969-515C-D656-C887D787E942}"/>
              </a:ext>
            </a:extLst>
          </p:cNvPr>
          <p:cNvGrpSpPr/>
          <p:nvPr/>
        </p:nvGrpSpPr>
        <p:grpSpPr>
          <a:xfrm>
            <a:off x="1241796" y="2518026"/>
            <a:ext cx="2212201" cy="1252169"/>
            <a:chOff x="2852081" y="6381971"/>
            <a:chExt cx="2158832" cy="1279601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331265EC-BAA6-7FEC-2A09-FA3A847DB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3"/>
                </a:clrFrom>
                <a:clrTo>
                  <a:srgbClr val="FFFFF3">
                    <a:alpha val="0"/>
                  </a:srgbClr>
                </a:clrTo>
              </a:clrChange>
            </a:blip>
            <a:srcRect t="11091"/>
            <a:stretch>
              <a:fillRect/>
            </a:stretch>
          </p:blipFill>
          <p:spPr>
            <a:xfrm>
              <a:off x="2852081" y="6381971"/>
              <a:ext cx="2158832" cy="1279601"/>
            </a:xfrm>
            <a:prstGeom prst="rect">
              <a:avLst/>
            </a:prstGeom>
          </p:spPr>
        </p:pic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E6284F0F-3C98-7E7E-8A29-00702C4BB837}"/>
                </a:ext>
              </a:extLst>
            </p:cNvPr>
            <p:cNvSpPr/>
            <p:nvPr/>
          </p:nvSpPr>
          <p:spPr>
            <a:xfrm>
              <a:off x="2926080" y="7214616"/>
              <a:ext cx="630971" cy="411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68FAE76A-FD63-C1B5-B3DB-75BBB54A8C3A}"/>
              </a:ext>
            </a:extLst>
          </p:cNvPr>
          <p:cNvSpPr/>
          <p:nvPr/>
        </p:nvSpPr>
        <p:spPr>
          <a:xfrm>
            <a:off x="3362929" y="3068419"/>
            <a:ext cx="182135" cy="127743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64DFD632-218B-0FB7-778E-D3FA496B8C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1796" y="4398178"/>
            <a:ext cx="2841722" cy="1107724"/>
          </a:xfrm>
          <a:prstGeom prst="rect">
            <a:avLst/>
          </a:prstGeom>
        </p:spPr>
      </p:pic>
      <p:sp>
        <p:nvSpPr>
          <p:cNvPr id="56" name="내용 개체 틀 2">
            <a:extLst>
              <a:ext uri="{FF2B5EF4-FFF2-40B4-BE49-F238E27FC236}">
                <a16:creationId xmlns:a16="http://schemas.microsoft.com/office/drawing/2014/main" id="{2A0C4D4C-57F2-6A72-ACC5-B70C62358488}"/>
              </a:ext>
            </a:extLst>
          </p:cNvPr>
          <p:cNvSpPr txBox="1">
            <a:spLocks/>
          </p:cNvSpPr>
          <p:nvPr/>
        </p:nvSpPr>
        <p:spPr>
          <a:xfrm>
            <a:off x="822112" y="6740560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100" dirty="0" err="1"/>
              <a:t>파이썬의</a:t>
            </a:r>
            <a:r>
              <a:rPr lang="ko-KR" altLang="en-US" sz="1100" dirty="0"/>
              <a:t> 특징</a:t>
            </a:r>
          </a:p>
        </p:txBody>
      </p:sp>
      <p:sp>
        <p:nvSpPr>
          <p:cNvPr id="57" name="내용 개체 틀 3">
            <a:extLst>
              <a:ext uri="{FF2B5EF4-FFF2-40B4-BE49-F238E27FC236}">
                <a16:creationId xmlns:a16="http://schemas.microsoft.com/office/drawing/2014/main" id="{490F2647-9691-67BE-A32F-94FBDD372114}"/>
              </a:ext>
            </a:extLst>
          </p:cNvPr>
          <p:cNvSpPr txBox="1">
            <a:spLocks/>
          </p:cNvSpPr>
          <p:nvPr/>
        </p:nvSpPr>
        <p:spPr>
          <a:xfrm>
            <a:off x="1017090" y="7129847"/>
            <a:ext cx="4761918" cy="1099753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en-US" altLang="ko-KR" dirty="0"/>
              <a:t>C/C++, Java </a:t>
            </a:r>
            <a:r>
              <a:rPr lang="ko-KR" altLang="en-US" dirty="0"/>
              <a:t>같은 언어와 달리</a:t>
            </a:r>
            <a:r>
              <a:rPr lang="en-US" altLang="ko-KR" dirty="0"/>
              <a:t>, </a:t>
            </a:r>
            <a:r>
              <a:rPr lang="ko-KR" altLang="en-US" dirty="0" err="1"/>
              <a:t>파이썬에서는</a:t>
            </a:r>
            <a:r>
              <a:rPr lang="ko-KR" altLang="en-US" dirty="0"/>
              <a:t> 변수를 만들 때 자료형을 지정하지 않아도 된다</a:t>
            </a:r>
            <a:r>
              <a:rPr lang="en-US" altLang="ko-KR" dirty="0"/>
              <a:t>.</a:t>
            </a: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ko-KR" altLang="en-US" dirty="0" err="1"/>
              <a:t>파이썬은</a:t>
            </a:r>
            <a:r>
              <a:rPr lang="ko-KR" altLang="en-US" dirty="0"/>
              <a:t> 인터프리터 언어이므로</a:t>
            </a:r>
            <a:r>
              <a:rPr lang="en-US" altLang="ko-KR" dirty="0"/>
              <a:t>, </a:t>
            </a:r>
            <a:r>
              <a:rPr lang="ko-KR" altLang="en-US" dirty="0"/>
              <a:t>저장되는 값의 형태에 따라 자료형이 자동으로 결정된다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8418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E8A7804-2BC9-F217-68FA-F3AD619D4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581" y="924546"/>
            <a:ext cx="3824236" cy="338272"/>
          </a:xfrm>
        </p:spPr>
        <p:txBody>
          <a:bodyPr>
            <a:normAutofit/>
          </a:bodyPr>
          <a:lstStyle/>
          <a:p>
            <a:r>
              <a:rPr lang="ko-KR" altLang="en-US" sz="1200" dirty="0"/>
              <a:t>변수 이해하기</a:t>
            </a:r>
          </a:p>
        </p:txBody>
      </p:sp>
      <p:sp>
        <p:nvSpPr>
          <p:cNvPr id="27" name="내용 개체 틀 3">
            <a:extLst>
              <a:ext uri="{FF2B5EF4-FFF2-40B4-BE49-F238E27FC236}">
                <a16:creationId xmlns:a16="http://schemas.microsoft.com/office/drawing/2014/main" id="{3A3840B2-7E85-BEFE-C367-C8212E69AED7}"/>
              </a:ext>
            </a:extLst>
          </p:cNvPr>
          <p:cNvSpPr txBox="1">
            <a:spLocks/>
          </p:cNvSpPr>
          <p:nvPr/>
        </p:nvSpPr>
        <p:spPr>
          <a:xfrm>
            <a:off x="1018848" y="1417059"/>
            <a:ext cx="4962852" cy="7355466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+mj-lt"/>
              <a:buAutoNum type="arabicPeriod" startAt="3"/>
            </a:pPr>
            <a:r>
              <a:rPr lang="ko-KR" altLang="en-US" dirty="0" err="1"/>
              <a:t>자료형이란</a:t>
            </a:r>
            <a:endParaRPr lang="en-US" altLang="ko-KR" dirty="0"/>
          </a:p>
          <a:p>
            <a:pPr marL="4000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자료형</a:t>
            </a:r>
            <a:r>
              <a:rPr lang="en-US" altLang="ko-KR" dirty="0"/>
              <a:t>(Data Type)</a:t>
            </a:r>
            <a:r>
              <a:rPr lang="ko-KR" altLang="en-US" dirty="0"/>
              <a:t>은 변수에 저장되는 값의 종류를 나타낸다</a:t>
            </a:r>
            <a:r>
              <a:rPr lang="en-US" altLang="ko-KR" dirty="0"/>
              <a:t>.</a:t>
            </a:r>
          </a:p>
          <a:p>
            <a:pPr marL="4000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예를 들어 숫자인지</a:t>
            </a:r>
            <a:r>
              <a:rPr lang="en-US" altLang="ko-KR" dirty="0"/>
              <a:t>, </a:t>
            </a:r>
            <a:r>
              <a:rPr lang="ko-KR" altLang="en-US" dirty="0"/>
              <a:t>글자인지</a:t>
            </a:r>
            <a:r>
              <a:rPr lang="en-US" altLang="ko-KR" dirty="0"/>
              <a:t>, </a:t>
            </a:r>
            <a:r>
              <a:rPr lang="ko-KR" altLang="en-US" dirty="0"/>
              <a:t>참</a:t>
            </a:r>
            <a:r>
              <a:rPr lang="en-US" altLang="ko-KR" dirty="0"/>
              <a:t>/</a:t>
            </a:r>
            <a:r>
              <a:rPr lang="ko-KR" altLang="en-US" dirty="0"/>
              <a:t>거짓인지에 따라 자료형이 달라진다</a:t>
            </a:r>
            <a:r>
              <a:rPr lang="en-US" altLang="ko-KR" dirty="0"/>
              <a:t>.</a:t>
            </a:r>
          </a:p>
          <a:p>
            <a:pPr marL="4000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파이썬은</a:t>
            </a:r>
            <a:r>
              <a:rPr lang="ko-KR" altLang="en-US" dirty="0"/>
              <a:t> 값을 저장할 때 자동으로 자료형이 결정된다</a:t>
            </a:r>
            <a:r>
              <a:rPr lang="en-US" altLang="ko-KR" dirty="0"/>
              <a:t>.</a:t>
            </a:r>
          </a:p>
          <a:p>
            <a:pPr marL="4000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4000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4000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4000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4000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4000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4000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4000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4000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4000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실습 예시</a:t>
            </a:r>
            <a:endParaRPr lang="en-US" altLang="ko-KR" dirty="0"/>
          </a:p>
          <a:p>
            <a:pPr marL="4000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4000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4000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4000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4000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4000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>
              <a:lnSpc>
                <a:spcPct val="100000"/>
              </a:lnSpc>
              <a:buFont typeface="+mj-lt"/>
              <a:buAutoNum type="arabicPeriod" startAt="4"/>
            </a:pPr>
            <a:r>
              <a:rPr lang="ko-KR" altLang="en-US" dirty="0"/>
              <a:t>변수 값 바꾸기</a:t>
            </a:r>
            <a:endParaRPr lang="en-US" altLang="ko-KR" dirty="0"/>
          </a:p>
          <a:p>
            <a:pPr marL="4000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변수에 저장된 값이 새로운 값으로 바뀌는 과정</a:t>
            </a:r>
            <a:endParaRPr lang="en-US" altLang="ko-KR" dirty="0"/>
          </a:p>
          <a:p>
            <a:pPr marL="4000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변수에 변수 값을 대입하는 과정</a:t>
            </a:r>
            <a:endParaRPr lang="en-US" altLang="ko-KR" dirty="0"/>
          </a:p>
          <a:p>
            <a:pPr indent="0">
              <a:lnSpc>
                <a:spcPct val="100000"/>
              </a:lnSpc>
              <a:buNone/>
            </a:pPr>
            <a:endParaRPr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71AF326-92F4-820C-AA84-C418C866B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771436"/>
              </p:ext>
            </p:extLst>
          </p:nvPr>
        </p:nvGraphicFramePr>
        <p:xfrm>
          <a:off x="1143760" y="2536451"/>
          <a:ext cx="4488944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528">
                  <a:extLst>
                    <a:ext uri="{9D8B030D-6E8A-4147-A177-3AD203B41FA5}">
                      <a16:colId xmlns:a16="http://schemas.microsoft.com/office/drawing/2014/main" val="3288742680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4127450513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1957041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자료형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사용 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756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int </a:t>
                      </a:r>
                      <a:r>
                        <a:rPr lang="ko-KR" altLang="en-US" sz="1000" dirty="0"/>
                        <a:t>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 = 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정수형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소수점이 없는 숫자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988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float </a:t>
                      </a:r>
                      <a:r>
                        <a:rPr lang="ko-KR" altLang="en-US" sz="1000" dirty="0"/>
                        <a:t>형</a:t>
                      </a:r>
                      <a:endParaRPr lang="en-US" altLang="ko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 = 1.5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실수형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소수점이 있는 숫자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6123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str </a:t>
                      </a:r>
                      <a:r>
                        <a:rPr lang="ko-KR" altLang="en-US" sz="1000" dirty="0"/>
                        <a:t>형</a:t>
                      </a:r>
                      <a:endParaRPr lang="en-US" altLang="ko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 = "apple" , b = ＂</a:t>
                      </a:r>
                      <a:r>
                        <a:rPr lang="ko-KR" altLang="en-US" sz="1000" dirty="0"/>
                        <a:t>사과</a:t>
                      </a:r>
                      <a:r>
                        <a:rPr lang="en-US" altLang="ko-KR" sz="1000" dirty="0"/>
                        <a:t>" 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문자열형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따옴표로 묶인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문자 또는 문장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3580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bool </a:t>
                      </a:r>
                      <a:r>
                        <a:rPr lang="ko-KR" altLang="en-US" sz="1000" dirty="0"/>
                        <a:t>형</a:t>
                      </a:r>
                      <a:endParaRPr lang="en-US" altLang="ko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 = True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논리형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참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거짓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327650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676D5AF5-21A0-86E8-F734-35720B088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83" y="4717415"/>
            <a:ext cx="1839845" cy="1427353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74A38A34-E0C9-6D39-A7C7-931CC74E3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946" y="7254790"/>
            <a:ext cx="1022937" cy="1427354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B65EC8DA-0459-3B21-6540-2BB007D7FE9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3"/>
              </a:clrFrom>
              <a:clrTo>
                <a:srgbClr val="FFFFF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69981" y="7277951"/>
            <a:ext cx="2487235" cy="140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676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B27B89-ADF9-559E-158A-F74B6FB8B345}"/>
              </a:ext>
            </a:extLst>
          </p:cNvPr>
          <p:cNvSpPr txBox="1">
            <a:spLocks/>
          </p:cNvSpPr>
          <p:nvPr/>
        </p:nvSpPr>
        <p:spPr>
          <a:xfrm>
            <a:off x="864066" y="1268946"/>
            <a:ext cx="4984284" cy="7105467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1. </a:t>
            </a:r>
            <a:r>
              <a:rPr lang="ko-KR" altLang="en-US" dirty="0"/>
              <a:t>아래와 같은 결과가 출력되도록 프로그램을 작성해 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  [</a:t>
            </a:r>
            <a:r>
              <a:rPr lang="ko-KR" altLang="en-US" dirty="0"/>
              <a:t>실습</a:t>
            </a:r>
            <a:r>
              <a:rPr lang="en-US" altLang="ko-KR" dirty="0"/>
              <a:t>]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[</a:t>
            </a:r>
            <a:r>
              <a:rPr lang="ko-KR" altLang="en-US" dirty="0"/>
              <a:t>실습 결과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2. </a:t>
            </a:r>
            <a:r>
              <a:rPr lang="ko-KR" altLang="en-US" dirty="0"/>
              <a:t>아래와 같은 결과가 출력되도록 프로그램을 작성해 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r>
              <a:rPr lang="en-US" altLang="ko-KR" dirty="0"/>
              <a:t>  [</a:t>
            </a:r>
            <a:r>
              <a:rPr lang="ko-KR" altLang="en-US" dirty="0"/>
              <a:t>실습</a:t>
            </a:r>
            <a:r>
              <a:rPr lang="en-US" altLang="ko-KR" dirty="0"/>
              <a:t>]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[</a:t>
            </a:r>
            <a:r>
              <a:rPr lang="ko-KR" altLang="en-US" dirty="0"/>
              <a:t>실습 결과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174B017-A223-2C93-D99C-9AC2844988BD}"/>
              </a:ext>
            </a:extLst>
          </p:cNvPr>
          <p:cNvSpPr txBox="1">
            <a:spLocks/>
          </p:cNvSpPr>
          <p:nvPr/>
        </p:nvSpPr>
        <p:spPr>
          <a:xfrm>
            <a:off x="91850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변수 이해하기</a:t>
            </a: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D2000C4E-683C-C7FF-98BD-E48181EA51B5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4</a:t>
            </a:fld>
            <a:endParaRPr lang="ko-KR" altLang="en-US" sz="1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29D8761-632B-A2DC-1ABF-10EA8792B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720" y="1643756"/>
            <a:ext cx="993248" cy="2339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73C2694-8CAC-ABE2-A8B8-657E77ED6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077" y="1937640"/>
            <a:ext cx="1700729" cy="79414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AE017D9-DE01-0F0C-917E-E18B5738F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881" y="2922451"/>
            <a:ext cx="1953024" cy="125551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C407D7B-FBFF-5D64-CF4A-63752A26D4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016" y="5236732"/>
            <a:ext cx="1803377" cy="125551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CBA3564-BD7B-9472-844A-7D708DBFA4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016" y="6874715"/>
            <a:ext cx="1966763" cy="146695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94FF690-2ECB-90A3-24C0-CC8437D52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720" y="4625975"/>
            <a:ext cx="993248" cy="23397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850F506A-5AA0-983B-5A8E-680266625A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0780" y="6874714"/>
            <a:ext cx="2719111" cy="888288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18A914C7-3AB6-4D79-5C5B-37C0938014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7394" y="5236731"/>
            <a:ext cx="2882498" cy="83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343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7F51D9A1-E5FD-5B82-D9F8-B90E784CE993}"/>
              </a:ext>
            </a:extLst>
          </p:cNvPr>
          <p:cNvSpPr txBox="1">
            <a:spLocks/>
          </p:cNvSpPr>
          <p:nvPr/>
        </p:nvSpPr>
        <p:spPr>
          <a:xfrm>
            <a:off x="1009677" y="1322971"/>
            <a:ext cx="5071083" cy="7005634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1. </a:t>
            </a:r>
            <a:r>
              <a:rPr lang="ko-KR" altLang="en-US" dirty="0"/>
              <a:t>변수 이름이 </a:t>
            </a:r>
            <a:r>
              <a:rPr lang="en-US" altLang="ko-KR" dirty="0"/>
              <a:t>num1, num2, num3 </a:t>
            </a:r>
            <a:r>
              <a:rPr lang="ko-KR" altLang="en-US" dirty="0"/>
              <a:t>인 변수를 만들고 다음과 같이 프로그램을 출력해보세요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연습문제</a:t>
            </a:r>
            <a:r>
              <a:rPr lang="en-US" altLang="ko-KR" dirty="0"/>
              <a:t>1]                                  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2. 3</a:t>
            </a:r>
            <a:r>
              <a:rPr lang="ko-KR" altLang="en-US" dirty="0"/>
              <a:t>개의 정수를 입력 받아 아래 결과와 같이 출력하는 프로그램을 작성해 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연습문제</a:t>
            </a:r>
            <a:r>
              <a:rPr lang="en-US" altLang="ko-KR" dirty="0"/>
              <a:t>2]             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C72628F-F75A-2F36-3FD3-2EB2B4ED3215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변수 이해하기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C504283-6468-9244-1A66-045A1777C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022" y="2168883"/>
            <a:ext cx="806098" cy="30117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2FDCFFA-DD77-10A6-9AE5-8AEE44196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805" y="2168882"/>
            <a:ext cx="2185691" cy="141556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1A648CD-1E64-5C2A-5C7B-832453F9B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022" y="4762962"/>
            <a:ext cx="806098" cy="30117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9FD1E02-6DDE-BFEB-6684-5C57B6C7B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803" y="4744493"/>
            <a:ext cx="2185691" cy="184602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2139CD7-126F-A0B6-32D8-F1DE666D3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1599" y="6626390"/>
            <a:ext cx="3576640" cy="94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517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89EBF-5E8B-4AB7-1300-B9FED15C1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F5EFEE68-3930-732F-C4F3-8050E7738478}"/>
              </a:ext>
            </a:extLst>
          </p:cNvPr>
          <p:cNvSpPr txBox="1">
            <a:spLocks/>
          </p:cNvSpPr>
          <p:nvPr/>
        </p:nvSpPr>
        <p:spPr>
          <a:xfrm>
            <a:off x="847749" y="1286630"/>
            <a:ext cx="4994251" cy="719697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3. </a:t>
            </a:r>
            <a:r>
              <a:rPr lang="ko-KR" altLang="en-US" dirty="0"/>
              <a:t>변수 이름이 </a:t>
            </a:r>
            <a:r>
              <a:rPr lang="en-US" altLang="ko-KR" dirty="0"/>
              <a:t>num1, num2, num3 </a:t>
            </a:r>
            <a:r>
              <a:rPr lang="ko-KR" altLang="en-US" dirty="0"/>
              <a:t>인 변수를 만들고 다음과 같이 프로그램을 출력해보세요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연습문제</a:t>
            </a:r>
            <a:r>
              <a:rPr lang="en-US" altLang="ko-KR" dirty="0"/>
              <a:t>3]                                  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4. 3</a:t>
            </a:r>
            <a:r>
              <a:rPr lang="ko-KR" altLang="en-US" dirty="0"/>
              <a:t>개의 정수를 입력 받아 아래 결과와 같이 출력하는 프로그램을 작성해 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연습문제</a:t>
            </a:r>
            <a:r>
              <a:rPr lang="en-US" altLang="ko-KR" dirty="0"/>
              <a:t>4]                  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14FF707-1D85-F1C8-3143-CCA32A56D314}"/>
              </a:ext>
            </a:extLst>
          </p:cNvPr>
          <p:cNvSpPr txBox="1">
            <a:spLocks/>
          </p:cNvSpPr>
          <p:nvPr/>
        </p:nvSpPr>
        <p:spPr>
          <a:xfrm>
            <a:off x="91850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프로그램 언어의 실행 방식</a:t>
            </a:r>
          </a:p>
        </p:txBody>
      </p: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793B4036-780D-A772-46E7-EC2086F7BE07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6</a:t>
            </a:fld>
            <a:endParaRPr lang="ko-KR" altLang="en-US" sz="1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F4139A6-7162-1699-5D14-71606F3E5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455" y="2155741"/>
            <a:ext cx="1147911" cy="26958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9467AEE-57D8-D811-878B-85FAE2A2D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583" y="2155741"/>
            <a:ext cx="2364529" cy="128761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DF3AFB5-7D60-0D86-92DE-6C4C220D5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454" y="4750322"/>
            <a:ext cx="1147911" cy="2695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C7432A8-42CD-AEC4-E7A8-57D5A5D1F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2365" y="4750322"/>
            <a:ext cx="2163308" cy="162611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4326A43-7BC5-B628-362A-3434EBE1B8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8315" y="6536360"/>
            <a:ext cx="3645549" cy="89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53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5702B-E296-83FC-8512-76CD984C3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62043118-FFA1-7BF2-40F1-86AC3B3B0F07}"/>
              </a:ext>
            </a:extLst>
          </p:cNvPr>
          <p:cNvSpPr txBox="1">
            <a:spLocks/>
          </p:cNvSpPr>
          <p:nvPr/>
        </p:nvSpPr>
        <p:spPr>
          <a:xfrm>
            <a:off x="1009677" y="1322971"/>
            <a:ext cx="5071083" cy="7005634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5. </a:t>
            </a:r>
            <a:r>
              <a:rPr lang="ko-KR" altLang="en-US" dirty="0"/>
              <a:t>원의 반지름을 입력 받고</a:t>
            </a:r>
            <a:r>
              <a:rPr lang="en-US" altLang="ko-KR" dirty="0"/>
              <a:t>, </a:t>
            </a:r>
            <a:r>
              <a:rPr lang="ko-KR" altLang="en-US" dirty="0"/>
              <a:t>원의 넓이를 구하여 화면에 출력하는 프로그램을 작성해보세요</a:t>
            </a:r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원주율은 </a:t>
            </a:r>
            <a:r>
              <a:rPr lang="en-US" altLang="ko-KR" dirty="0"/>
              <a:t>3.14</a:t>
            </a:r>
            <a:r>
              <a:rPr lang="ko-KR" altLang="en-US" dirty="0"/>
              <a:t>로 계산합니다</a:t>
            </a:r>
            <a:r>
              <a:rPr lang="en-US" altLang="ko-KR" dirty="0"/>
              <a:t>).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6. </a:t>
            </a:r>
            <a:r>
              <a:rPr lang="ko-KR" altLang="en-US" dirty="0"/>
              <a:t>직사각형의 가로와 세로 길이를 입력 받아 면적과 둘레를 구하는 프로그램을 작성해보세요</a:t>
            </a:r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모든 자료형은 소수형으로 계산합니다</a:t>
            </a:r>
            <a:r>
              <a:rPr lang="en-US" altLang="ko-KR" dirty="0"/>
              <a:t>).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7. </a:t>
            </a:r>
            <a:r>
              <a:rPr lang="ko-KR" altLang="en-US" dirty="0"/>
              <a:t>킬로그램</a:t>
            </a:r>
            <a:r>
              <a:rPr lang="en-US" altLang="ko-KR" dirty="0"/>
              <a:t>(kg) </a:t>
            </a:r>
            <a:r>
              <a:rPr lang="ko-KR" altLang="en-US" dirty="0"/>
              <a:t>단위를 입력 받아 파운드</a:t>
            </a:r>
            <a:r>
              <a:rPr lang="en-US" altLang="ko-KR" dirty="0"/>
              <a:t>(pound) </a:t>
            </a:r>
            <a:r>
              <a:rPr lang="ko-KR" altLang="en-US" dirty="0"/>
              <a:t>단위로 변환하는 프로그램을 작성하세요</a:t>
            </a:r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, 1kg = 2.20462262 pound).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8. </a:t>
            </a:r>
            <a:r>
              <a:rPr lang="ko-KR" altLang="en-US" dirty="0"/>
              <a:t>국립환경과학원에서는 다음과 같은 공식을 발표했습니다</a:t>
            </a:r>
            <a:r>
              <a:rPr lang="en-US" altLang="ko-KR" dirty="0"/>
              <a:t>.</a:t>
            </a:r>
            <a:r>
              <a:rPr lang="ko-KR" altLang="en-US" dirty="0"/>
              <a:t>소음이 가장 심한 층 </a:t>
            </a:r>
            <a:r>
              <a:rPr lang="en-US" altLang="ko-KR" dirty="0"/>
              <a:t>= 0.2467 × </a:t>
            </a:r>
            <a:r>
              <a:rPr lang="ko-KR" altLang="en-US" dirty="0"/>
              <a:t>도로와의 거리</a:t>
            </a:r>
            <a:r>
              <a:rPr lang="en-US" altLang="ko-KR" dirty="0"/>
              <a:t>(m) + 4.159 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도로와의 거리를 입력 받아 소음이 가장 심한 층을 구하는 프로그램을 작성하세요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6E5C8A5-F1B7-29AB-A4E4-0040C1C436F6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변수 이해하기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D9EF874-4F95-71DF-4E3E-33ACA7E180B1}"/>
              </a:ext>
            </a:extLst>
          </p:cNvPr>
          <p:cNvGrpSpPr/>
          <p:nvPr/>
        </p:nvGrpSpPr>
        <p:grpSpPr>
          <a:xfrm>
            <a:off x="2135660" y="1947674"/>
            <a:ext cx="1692387" cy="594360"/>
            <a:chOff x="2346223" y="1966790"/>
            <a:chExt cx="1530146" cy="50388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5AC6A1B-E515-4DD5-A65D-F01569796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4206" t="-1325"/>
            <a:stretch>
              <a:fillRect/>
            </a:stretch>
          </p:blipFill>
          <p:spPr>
            <a:xfrm>
              <a:off x="2346223" y="1966790"/>
              <a:ext cx="1530146" cy="344969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FA5B098-BE31-778E-6E10-751FA4BCD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46224" y="2301115"/>
              <a:ext cx="1297809" cy="169563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F14040A-9F4C-43A4-1140-833D848D2BCD}"/>
              </a:ext>
            </a:extLst>
          </p:cNvPr>
          <p:cNvGrpSpPr/>
          <p:nvPr/>
        </p:nvGrpSpPr>
        <p:grpSpPr>
          <a:xfrm>
            <a:off x="2135660" y="3488041"/>
            <a:ext cx="1769373" cy="1191689"/>
            <a:chOff x="2080251" y="3434285"/>
            <a:chExt cx="2408412" cy="1609825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7C2D1FE-8C3A-545D-6F9E-DD0F14013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80251" y="3434285"/>
              <a:ext cx="2391109" cy="552527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97EAB063-EBA7-BEDE-44AA-4E2681B8C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35660" y="3986812"/>
              <a:ext cx="2248214" cy="523948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8A93F901-9E45-E664-55E2-927F61A5E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35660" y="4577320"/>
              <a:ext cx="2353003" cy="466790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D4CD733-4E00-C32D-7023-8977B92D4485}"/>
              </a:ext>
            </a:extLst>
          </p:cNvPr>
          <p:cNvGrpSpPr/>
          <p:nvPr/>
        </p:nvGrpSpPr>
        <p:grpSpPr>
          <a:xfrm>
            <a:off x="2176367" y="5691667"/>
            <a:ext cx="1929289" cy="617693"/>
            <a:chOff x="2176367" y="5691667"/>
            <a:chExt cx="2553056" cy="791450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A4B2CDD0-A195-7969-38F4-CDC0D36D4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176367" y="5691667"/>
              <a:ext cx="2229161" cy="552527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89084D6D-FDF3-A322-30A2-90F827AAC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176367" y="6225906"/>
              <a:ext cx="2553056" cy="257211"/>
            </a:xfrm>
            <a:prstGeom prst="rect">
              <a:avLst/>
            </a:prstGeom>
          </p:spPr>
        </p:pic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633DD87-9CC1-E5FF-29D3-807E512DA85C}"/>
              </a:ext>
            </a:extLst>
          </p:cNvPr>
          <p:cNvGrpSpPr/>
          <p:nvPr/>
        </p:nvGrpSpPr>
        <p:grpSpPr>
          <a:xfrm>
            <a:off x="2176367" y="7481037"/>
            <a:ext cx="2459641" cy="583971"/>
            <a:chOff x="2176367" y="7481037"/>
            <a:chExt cx="3346873" cy="779397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FD857904-8307-DA89-D429-D38E20AD5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176367" y="7481037"/>
              <a:ext cx="2743583" cy="514422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48B8DA78-5955-5B77-BB8B-94ACE4BCD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198551" y="8031802"/>
              <a:ext cx="3324689" cy="2286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7478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움직이는 텍스트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13273</TotalTime>
  <Words>524</Words>
  <Application>Microsoft Office PowerPoint</Application>
  <PresentationFormat>사용자 지정</PresentationFormat>
  <Paragraphs>119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7" baseType="lpstr">
      <vt:lpstr>12LotteMartDreamMedium</vt:lpstr>
      <vt:lpstr>210 옴니고딕 030</vt:lpstr>
      <vt:lpstr>맑은 고딕</vt:lpstr>
      <vt:lpstr>휴먼모음T</vt:lpstr>
      <vt:lpstr>휴먼편지체</vt:lpstr>
      <vt:lpstr>Arial</vt:lpstr>
      <vt:lpstr>Calibri</vt:lpstr>
      <vt:lpstr>Calibri Light</vt:lpstr>
      <vt:lpstr>Wingdings</vt:lpstr>
      <vt:lpstr>Office 2013 - 2022 테마</vt:lpstr>
      <vt:lpstr>2</vt:lpstr>
      <vt:lpstr>변수 이해하기</vt:lpstr>
      <vt:lpstr>변수 이해하기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김보미</dc:creator>
  <cp:lastModifiedBy>은진 이</cp:lastModifiedBy>
  <cp:revision>112</cp:revision>
  <cp:lastPrinted>2025-10-31T06:11:16Z</cp:lastPrinted>
  <dcterms:created xsi:type="dcterms:W3CDTF">2023-06-21T09:07:53Z</dcterms:created>
  <dcterms:modified xsi:type="dcterms:W3CDTF">2025-11-03T08:29:24Z</dcterms:modified>
</cp:coreProperties>
</file>
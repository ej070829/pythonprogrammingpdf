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92" r:id="rId4"/>
    <p:sldId id="299" r:id="rId5"/>
    <p:sldId id="300" r:id="rId6"/>
    <p:sldId id="301" r:id="rId7"/>
    <p:sldId id="302" r:id="rId8"/>
    <p:sldId id="282" r:id="rId9"/>
    <p:sldId id="285" r:id="rId10"/>
    <p:sldId id="286" r:id="rId11"/>
    <p:sldId id="298" r:id="rId12"/>
    <p:sldId id="288" r:id="rId13"/>
    <p:sldId id="295" r:id="rId14"/>
    <p:sldId id="303" r:id="rId15"/>
    <p:sldId id="289" r:id="rId16"/>
    <p:sldId id="304" r:id="rId17"/>
    <p:sldId id="305" r:id="rId18"/>
    <p:sldId id="306" r:id="rId19"/>
    <p:sldId id="307" r:id="rId20"/>
  </p:sldIdLst>
  <p:sldSz cx="6551613" cy="9251950"/>
  <p:notesSz cx="6888163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A298"/>
    <a:srgbClr val="FAF1DF"/>
    <a:srgbClr val="EAE0D1"/>
    <a:srgbClr val="EDF5F9"/>
    <a:srgbClr val="E0EDF4"/>
    <a:srgbClr val="F4F2EC"/>
    <a:srgbClr val="F5F9ED"/>
    <a:srgbClr val="FCFDF9"/>
    <a:srgbClr val="F4F9EB"/>
    <a:srgbClr val="F5C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2" autoAdjust="0"/>
    <p:restoredTop sz="96613" autoAdjust="0"/>
  </p:normalViewPr>
  <p:slideViewPr>
    <p:cSldViewPr snapToGrid="0">
      <p:cViewPr>
        <p:scale>
          <a:sx n="100" d="100"/>
          <a:sy n="100" d="100"/>
        </p:scale>
        <p:origin x="485" y="-50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2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2381EF5-F270-AB10-E49E-81E9497CBE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78BEC5-1C29-87BC-899F-E669CE44E4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28FAB-55B8-4AE9-8200-35BC1B06803C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7D3BBE-2F68-622A-FA88-A6388EC75B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4F5729-6DFC-2722-731A-3A9110D5D4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4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1E299-26A2-469E-9825-D47CD762C0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569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702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A87FF208-5F8C-468A-9EA4-B433B76141F4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252538"/>
            <a:ext cx="239553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702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D9331E65-C0B2-43A3-AEA0-27572300E6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6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43100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86200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129300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72401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2155012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2586015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3017017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3448020" algn="l" defTabSz="862005" rtl="0" eaLnBrk="1" latinLnBrk="1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60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6AF3D-25DC-13B5-04A3-5899B3251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04E572-EAA6-4EC5-33E0-EB5C5E09B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4137B8-3DA4-E0B0-B880-38527239C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B17B88-FF42-34A1-691C-49BAF7395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55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21919-FAD8-F735-593B-7A8ABF07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0BE2F-6390-9ECB-7689-7B79E180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8254F-FF3A-51CB-6438-5D51E4F94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B689F-6A6A-D239-AFD7-ED351B159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03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D57D5-0E29-77D4-3510-250E149D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322068-5C8D-3180-2180-B6592B6C5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46313" y="1252538"/>
            <a:ext cx="2395537" cy="3382962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9E8FDE-9D1A-A5D1-D7EA-0A7668F86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7B92BF-8874-C0D6-DBBF-9306E0F28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31E65-C0B2-43A3-AEA0-27572300E6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71" y="1514151"/>
            <a:ext cx="5568871" cy="3221049"/>
          </a:xfrm>
        </p:spPr>
        <p:txBody>
          <a:bodyPr anchor="b"/>
          <a:lstStyle>
            <a:lvl1pPr algn="ctr"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952" y="4859416"/>
            <a:ext cx="4913710" cy="2233746"/>
          </a:xfrm>
        </p:spPr>
        <p:txBody>
          <a:bodyPr/>
          <a:lstStyle>
            <a:lvl1pPr marL="0" indent="0" algn="ctr">
              <a:buNone/>
              <a:defRPr sz="1720"/>
            </a:lvl1pPr>
            <a:lvl2pPr marL="327584" indent="0" algn="ctr">
              <a:buNone/>
              <a:defRPr sz="1433"/>
            </a:lvl2pPr>
            <a:lvl3pPr marL="655168" indent="0" algn="ctr">
              <a:buNone/>
              <a:defRPr sz="1290"/>
            </a:lvl3pPr>
            <a:lvl4pPr marL="982751" indent="0" algn="ctr">
              <a:buNone/>
              <a:defRPr sz="1146"/>
            </a:lvl4pPr>
            <a:lvl5pPr marL="1310335" indent="0" algn="ctr">
              <a:buNone/>
              <a:defRPr sz="1146"/>
            </a:lvl5pPr>
            <a:lvl6pPr marL="1637919" indent="0" algn="ctr">
              <a:buNone/>
              <a:defRPr sz="1146"/>
            </a:lvl6pPr>
            <a:lvl7pPr marL="1965503" indent="0" algn="ctr">
              <a:buNone/>
              <a:defRPr sz="1146"/>
            </a:lvl7pPr>
            <a:lvl8pPr marL="2293087" indent="0" algn="ctr">
              <a:buNone/>
              <a:defRPr sz="1146"/>
            </a:lvl8pPr>
            <a:lvl9pPr marL="2620670" indent="0" algn="ctr">
              <a:buNone/>
              <a:defRPr sz="11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1A11F-1625-4846-B551-B0FB2D6FBA5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68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3D116-71D7-4302-AFCE-C8C6A543EB25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41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12" y="2306565"/>
            <a:ext cx="5650766" cy="3848554"/>
          </a:xfrm>
        </p:spPr>
        <p:txBody>
          <a:bodyPr anchor="b"/>
          <a:lstStyle>
            <a:lvl1pPr>
              <a:defRPr sz="42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7012" y="6191528"/>
            <a:ext cx="5650766" cy="2023863"/>
          </a:xfrm>
        </p:spPr>
        <p:txBody>
          <a:bodyPr/>
          <a:lstStyle>
            <a:lvl1pPr marL="0" indent="0">
              <a:buNone/>
              <a:defRPr sz="1720">
                <a:solidFill>
                  <a:schemeClr val="tx1"/>
                </a:solidFill>
              </a:defRPr>
            </a:lvl1pPr>
            <a:lvl2pPr marL="327584" indent="0">
              <a:buNone/>
              <a:defRPr sz="1433">
                <a:solidFill>
                  <a:schemeClr val="tx1">
                    <a:tint val="75000"/>
                  </a:schemeClr>
                </a:solidFill>
              </a:defRPr>
            </a:lvl2pPr>
            <a:lvl3pPr marL="655168" indent="0"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3pPr>
            <a:lvl4pPr marL="982751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4pPr>
            <a:lvl5pPr marL="1310335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5pPr>
            <a:lvl6pPr marL="1637919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6pPr>
            <a:lvl7pPr marL="1965503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7pPr>
            <a:lvl8pPr marL="2293087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8pPr>
            <a:lvl9pPr marL="2620670" indent="0">
              <a:buNone/>
              <a:defRPr sz="11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0E4B-0617-45A8-859E-E6EB3F68FE94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0423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16754" y="2462903"/>
            <a:ext cx="2784436" cy="58702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CCA9B-6EA5-40B6-9C63-673B00ADD933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16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492583"/>
            <a:ext cx="5650766" cy="178828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277" y="2268014"/>
            <a:ext cx="277163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277" y="3379532"/>
            <a:ext cx="277163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16754" y="2268014"/>
            <a:ext cx="2785289" cy="1111518"/>
          </a:xfrm>
        </p:spPr>
        <p:txBody>
          <a:bodyPr anchor="b"/>
          <a:lstStyle>
            <a:lvl1pPr marL="0" indent="0">
              <a:buNone/>
              <a:defRPr sz="1720" b="1"/>
            </a:lvl1pPr>
            <a:lvl2pPr marL="327584" indent="0">
              <a:buNone/>
              <a:defRPr sz="1433" b="1"/>
            </a:lvl2pPr>
            <a:lvl3pPr marL="655168" indent="0">
              <a:buNone/>
              <a:defRPr sz="1290" b="1"/>
            </a:lvl3pPr>
            <a:lvl4pPr marL="982751" indent="0">
              <a:buNone/>
              <a:defRPr sz="1146" b="1"/>
            </a:lvl4pPr>
            <a:lvl5pPr marL="1310335" indent="0">
              <a:buNone/>
              <a:defRPr sz="1146" b="1"/>
            </a:lvl5pPr>
            <a:lvl6pPr marL="1637919" indent="0">
              <a:buNone/>
              <a:defRPr sz="1146" b="1"/>
            </a:lvl6pPr>
            <a:lvl7pPr marL="1965503" indent="0">
              <a:buNone/>
              <a:defRPr sz="1146" b="1"/>
            </a:lvl7pPr>
            <a:lvl8pPr marL="2293087" indent="0">
              <a:buNone/>
              <a:defRPr sz="1146" b="1"/>
            </a:lvl8pPr>
            <a:lvl9pPr marL="2620670" indent="0">
              <a:buNone/>
              <a:defRPr sz="11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16754" y="3379532"/>
            <a:ext cx="2785289" cy="49707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5553-0EF7-4222-AD4D-B9DF44803BAD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0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03357-7D8F-4C3E-B154-BD95DF5D8AD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67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BF9E-2460-47D7-A97E-9F3DFD456E55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5289" y="1332112"/>
            <a:ext cx="3316754" cy="6574881"/>
          </a:xfrm>
        </p:spPr>
        <p:txBody>
          <a:bodyPr/>
          <a:lstStyle>
            <a:lvl1pPr>
              <a:defRPr sz="2293"/>
            </a:lvl1pPr>
            <a:lvl2pPr>
              <a:defRPr sz="2006"/>
            </a:lvl2pPr>
            <a:lvl3pPr>
              <a:defRPr sz="1720"/>
            </a:lvl3pPr>
            <a:lvl4pPr>
              <a:defRPr sz="1433"/>
            </a:lvl4pPr>
            <a:lvl5pPr>
              <a:defRPr sz="1433"/>
            </a:lvl5pPr>
            <a:lvl6pPr>
              <a:defRPr sz="1433"/>
            </a:lvl6pPr>
            <a:lvl7pPr>
              <a:defRPr sz="1433"/>
            </a:lvl7pPr>
            <a:lvl8pPr>
              <a:defRPr sz="1433"/>
            </a:lvl8pPr>
            <a:lvl9pPr>
              <a:defRPr sz="14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C6DC0-B0CC-4DAE-BF6E-F5491584EC2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24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77" y="616797"/>
            <a:ext cx="2113066" cy="2158788"/>
          </a:xfrm>
        </p:spPr>
        <p:txBody>
          <a:bodyPr anchor="b"/>
          <a:lstStyle>
            <a:lvl1pPr>
              <a:defRPr sz="22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85289" y="1332112"/>
            <a:ext cx="3316754" cy="6574881"/>
          </a:xfrm>
        </p:spPr>
        <p:txBody>
          <a:bodyPr anchor="t"/>
          <a:lstStyle>
            <a:lvl1pPr marL="0" indent="0">
              <a:buNone/>
              <a:defRPr sz="2293"/>
            </a:lvl1pPr>
            <a:lvl2pPr marL="327584" indent="0">
              <a:buNone/>
              <a:defRPr sz="2006"/>
            </a:lvl2pPr>
            <a:lvl3pPr marL="655168" indent="0">
              <a:buNone/>
              <a:defRPr sz="1720"/>
            </a:lvl3pPr>
            <a:lvl4pPr marL="982751" indent="0">
              <a:buNone/>
              <a:defRPr sz="1433"/>
            </a:lvl4pPr>
            <a:lvl5pPr marL="1310335" indent="0">
              <a:buNone/>
              <a:defRPr sz="1433"/>
            </a:lvl5pPr>
            <a:lvl6pPr marL="1637919" indent="0">
              <a:buNone/>
              <a:defRPr sz="1433"/>
            </a:lvl6pPr>
            <a:lvl7pPr marL="1965503" indent="0">
              <a:buNone/>
              <a:defRPr sz="1433"/>
            </a:lvl7pPr>
            <a:lvl8pPr marL="2293087" indent="0">
              <a:buNone/>
              <a:defRPr sz="1433"/>
            </a:lvl8pPr>
            <a:lvl9pPr marL="2620670" indent="0">
              <a:buNone/>
              <a:defRPr sz="143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277" y="2775585"/>
            <a:ext cx="2113066" cy="5142115"/>
          </a:xfrm>
        </p:spPr>
        <p:txBody>
          <a:bodyPr/>
          <a:lstStyle>
            <a:lvl1pPr marL="0" indent="0">
              <a:buNone/>
              <a:defRPr sz="1146"/>
            </a:lvl1pPr>
            <a:lvl2pPr marL="327584" indent="0">
              <a:buNone/>
              <a:defRPr sz="1003"/>
            </a:lvl2pPr>
            <a:lvl3pPr marL="655168" indent="0">
              <a:buNone/>
              <a:defRPr sz="860"/>
            </a:lvl3pPr>
            <a:lvl4pPr marL="982751" indent="0">
              <a:buNone/>
              <a:defRPr sz="717"/>
            </a:lvl4pPr>
            <a:lvl5pPr marL="1310335" indent="0">
              <a:buNone/>
              <a:defRPr sz="717"/>
            </a:lvl5pPr>
            <a:lvl6pPr marL="1637919" indent="0">
              <a:buNone/>
              <a:defRPr sz="717"/>
            </a:lvl6pPr>
            <a:lvl7pPr marL="1965503" indent="0">
              <a:buNone/>
              <a:defRPr sz="717"/>
            </a:lvl7pPr>
            <a:lvl8pPr marL="2293087" indent="0">
              <a:buNone/>
              <a:defRPr sz="717"/>
            </a:lvl8pPr>
            <a:lvl9pPr marL="2620670" indent="0">
              <a:buNone/>
              <a:defRPr sz="71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339-ED3C-413D-A913-2E4C0CAC614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0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3469-56C2-4D9B-8248-54D64A5567BF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6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88498" y="492581"/>
            <a:ext cx="1412692" cy="7840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0424" y="492581"/>
            <a:ext cx="4156179" cy="7840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63D7-61A1-4068-A828-12807C55F23E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2EAC-BE29-4AAD-B8A8-A623A2B858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7DFE21-A543-D248-FD33-435A68893D12}"/>
              </a:ext>
            </a:extLst>
          </p:cNvPr>
          <p:cNvSpPr txBox="1"/>
          <p:nvPr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85" name="슬라이드 번호 개체 틀 17">
            <a:extLst>
              <a:ext uri="{FF2B5EF4-FFF2-40B4-BE49-F238E27FC236}">
                <a16:creationId xmlns:a16="http://schemas.microsoft.com/office/drawing/2014/main" id="{0F721311-D04A-9267-ED67-5CD86DA7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62663" y="8384512"/>
            <a:ext cx="1474113" cy="492581"/>
          </a:xfrm>
        </p:spPr>
        <p:txBody>
          <a:bodyPr/>
          <a:lstStyle/>
          <a:p>
            <a:r>
              <a:rPr lang="en-US" altLang="ko-KR" sz="934" dirty="0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F7F101-0585-6B9F-9FC0-6D6FC1001F0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08CE3C-53AC-ADD3-1CE3-3C7EF195E8E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23ADFC-5724-79C7-478C-F8E7E0C873A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876C4-E0F8-3C01-CD1A-88A2B8B0B048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31872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61713A-B93B-B9AD-D04A-C485DB6D6A1B}"/>
              </a:ext>
            </a:extLst>
          </p:cNvPr>
          <p:cNvSpPr txBox="1"/>
          <p:nvPr userDrawn="1"/>
        </p:nvSpPr>
        <p:spPr>
          <a:xfrm>
            <a:off x="387802" y="179975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전체 사이즈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18.2*25.7cm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인쇄 가이드 </a:t>
            </a:r>
            <a:r>
              <a:rPr lang="ko-KR" altLang="en-US" sz="1681" b="1" spc="280" dirty="0" err="1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양옆위아래</a:t>
            </a: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0.5cm</a:t>
            </a:r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38136E1D-18B2-917E-8A59-92A98F9C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sz="934"/>
              <a:t>0</a:t>
            </a:r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5B7E4A-ACCA-8884-9100-DE16FCA1FEB3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6D929B-E2F6-42A4-AE52-0B71566D8CEB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1E1A8F-E87C-E270-0E81-92FC88CD683F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F9729-ED8B-606C-955F-F4EA52A8AB8F}"/>
              </a:ext>
            </a:extLst>
          </p:cNvPr>
          <p:cNvSpPr txBox="1"/>
          <p:nvPr userDrawn="1"/>
        </p:nvSpPr>
        <p:spPr>
          <a:xfrm>
            <a:off x="376991" y="2114604"/>
            <a:ext cx="3332952" cy="1994639"/>
          </a:xfrm>
          <a:prstGeom prst="rect">
            <a:avLst/>
          </a:prstGeom>
          <a:noFill/>
          <a:ln>
            <a:solidFill>
              <a:schemeClr val="tx1">
                <a:alpha val="0"/>
              </a:schemeClr>
            </a:solidFill>
          </a:ln>
        </p:spPr>
        <p:txBody>
          <a:bodyPr wrap="square" lIns="91430" tIns="45715" rIns="91430" bIns="45715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페이지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왼쪽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오른쪽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2.5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2</a:t>
            </a:r>
          </a:p>
          <a:p>
            <a:pPr algn="l">
              <a:lnSpc>
                <a:spcPct val="150000"/>
              </a:lnSpc>
            </a:pPr>
            <a:r>
              <a:rPr lang="ko-KR" altLang="en-US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아래쪽 여백 </a:t>
            </a:r>
            <a:r>
              <a:rPr lang="en-US" altLang="ko-KR" sz="1681" b="1" spc="280" dirty="0">
                <a:ln>
                  <a:solidFill>
                    <a:srgbClr val="75C3B6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1 </a:t>
            </a:r>
          </a:p>
        </p:txBody>
      </p:sp>
    </p:spTree>
    <p:extLst>
      <p:ext uri="{BB962C8B-B14F-4D97-AF65-F5344CB8AC3E}">
        <p14:creationId xmlns:p14="http://schemas.microsoft.com/office/powerpoint/2010/main" val="1514577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203ABBF-A026-B45E-68A6-CA18A35E6ACF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08AD72E-6B7A-B8DC-C91B-607F2F4D9CCF}"/>
              </a:ext>
            </a:extLst>
          </p:cNvPr>
          <p:cNvCxnSpPr>
            <a:cxnSpLocks/>
          </p:cNvCxnSpPr>
          <p:nvPr userDrawn="1"/>
        </p:nvCxnSpPr>
        <p:spPr>
          <a:xfrm>
            <a:off x="3936218" y="4390231"/>
            <a:ext cx="178743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C000A6-B495-4073-44DD-9EFAFF3A346E}"/>
              </a:ext>
            </a:extLst>
          </p:cNvPr>
          <p:cNvGrpSpPr/>
          <p:nvPr userDrawn="1"/>
        </p:nvGrpSpPr>
        <p:grpSpPr>
          <a:xfrm>
            <a:off x="822463" y="699254"/>
            <a:ext cx="3340200" cy="627616"/>
            <a:chOff x="242887" y="187648"/>
            <a:chExt cx="4724702" cy="88864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7DFE21-A543-D248-FD33-435A68893D12}"/>
                </a:ext>
              </a:extLst>
            </p:cNvPr>
            <p:cNvSpPr txBox="1"/>
            <p:nvPr/>
          </p:nvSpPr>
          <p:spPr>
            <a:xfrm>
              <a:off x="1043042" y="449506"/>
              <a:ext cx="3924547" cy="626784"/>
            </a:xfrm>
            <a:prstGeom prst="rect">
              <a:avLst/>
            </a:prstGeom>
            <a:noFill/>
            <a:ln>
              <a:solidFill>
                <a:schemeClr val="tx1">
                  <a:alpha val="0"/>
                </a:schemeClr>
              </a:solidFill>
            </a:ln>
          </p:spPr>
          <p:txBody>
            <a:bodyPr wrap="square" lIns="91430" tIns="45715" rIns="91430" bIns="45715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프로그램 언어</a:t>
              </a:r>
              <a:r>
                <a:rPr lang="en-US" altLang="ko-KR" sz="1681" b="1" spc="280" dirty="0">
                  <a:ln>
                    <a:solidFill>
                      <a:srgbClr val="75C3B6">
                        <a:alpha val="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_Python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2626397-EC88-1CEF-4F6C-1D113483D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87" y="187648"/>
              <a:ext cx="924139" cy="862012"/>
            </a:xfrm>
            <a:prstGeom prst="rect">
              <a:avLst/>
            </a:prstGeom>
          </p:spPr>
        </p:pic>
      </p:grp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4F5CFFB1-1B2A-C890-8414-1DDEA0DBB87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620645" y="4434391"/>
            <a:ext cx="3107006" cy="4925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868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  <a:r>
              <a:rPr lang="en-US" altLang="ko-KR" dirty="0"/>
              <a:t>[</a:t>
            </a:r>
            <a:r>
              <a:rPr lang="ko-KR" altLang="en-US" dirty="0" err="1"/>
              <a:t>맑은고딕</a:t>
            </a:r>
            <a:r>
              <a:rPr lang="en-US" altLang="ko-KR" dirty="0"/>
              <a:t>:20]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4175E15D-E067-24D4-D64B-DF7DFE26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1977" y="2908638"/>
            <a:ext cx="1674028" cy="1548826"/>
          </a:xfrm>
        </p:spPr>
        <p:txBody>
          <a:bodyPr>
            <a:noAutofit/>
          </a:bodyPr>
          <a:lstStyle>
            <a:lvl1pPr algn="r">
              <a:defRPr sz="14010" b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1</a:t>
            </a:r>
            <a:endParaRPr lang="en-US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55FBD318-9A3E-3F8D-E7C0-BB425F7F743B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DFA0C-7E7B-207C-349F-BC03697201D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CC8000-10BF-2E3C-6889-AA709CE9D4F4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 w="3175">
            <a:solidFill>
              <a:srgbClr val="F4F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91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FEEFF42E-A429-EA25-A58D-8AD385973AAD}"/>
              </a:ext>
            </a:extLst>
          </p:cNvPr>
          <p:cNvSpPr/>
          <p:nvPr userDrawn="1"/>
        </p:nvSpPr>
        <p:spPr>
          <a:xfrm>
            <a:off x="971265" y="797755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D48BE50-BCA8-A34D-1EF3-8B6177B6B0A0}"/>
              </a:ext>
            </a:extLst>
          </p:cNvPr>
          <p:cNvCxnSpPr>
            <a:cxnSpLocks/>
          </p:cNvCxnSpPr>
          <p:nvPr userDrawn="1"/>
        </p:nvCxnSpPr>
        <p:spPr>
          <a:xfrm>
            <a:off x="1479651" y="1198688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itle 1">
            <a:extLst>
              <a:ext uri="{FF2B5EF4-FFF2-40B4-BE49-F238E27FC236}">
                <a16:creationId xmlns:a16="http://schemas.microsoft.com/office/drawing/2014/main" id="{9EC32A93-32BB-E7BE-9131-89D7050B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865" y="922151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FBD99102-7F57-D8CF-A9EE-5961030AC8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2683" y="1435291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60DFB6C8-339C-81E4-792B-44AE557BE12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6366" y="1609674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36EB128A-F529-0546-0737-A73B6CD55FD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52306" y="3645755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BF5E3740-00CD-7E4B-8DA8-4AF65F0398B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5990" y="3820138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7BFB79-A40E-BA52-44A7-46039F0DD1F5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582FD4-E286-E067-9093-7B412A2CD5B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0A37B-6387-504F-DB0A-7743C2C7EB02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17">
            <a:extLst>
              <a:ext uri="{FF2B5EF4-FFF2-40B4-BE49-F238E27FC236}">
                <a16:creationId xmlns:a16="http://schemas.microsoft.com/office/drawing/2014/main" id="{8397F0A1-B839-488F-4899-66A484B56E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</p:spTree>
    <p:extLst>
      <p:ext uri="{BB962C8B-B14F-4D97-AF65-F5344CB8AC3E}">
        <p14:creationId xmlns:p14="http://schemas.microsoft.com/office/powerpoint/2010/main" val="3620203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다른 페이지 연결선 6">
            <a:extLst>
              <a:ext uri="{FF2B5EF4-FFF2-40B4-BE49-F238E27FC236}">
                <a16:creationId xmlns:a16="http://schemas.microsoft.com/office/drawing/2014/main" id="{7A6ED1AD-0D4E-3C5A-C967-F297CC00ABBE}"/>
              </a:ext>
            </a:extLst>
          </p:cNvPr>
          <p:cNvSpPr/>
          <p:nvPr userDrawn="1"/>
        </p:nvSpPr>
        <p:spPr>
          <a:xfrm>
            <a:off x="1072750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C8C9800-4199-6A36-7730-666913A4A613}"/>
              </a:ext>
            </a:extLst>
          </p:cNvPr>
          <p:cNvCxnSpPr>
            <a:cxnSpLocks/>
          </p:cNvCxnSpPr>
          <p:nvPr userDrawn="1"/>
        </p:nvCxnSpPr>
        <p:spPr>
          <a:xfrm>
            <a:off x="1581137" y="1186335"/>
            <a:ext cx="4055639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9EBEED-7F25-B73B-7593-CDE62DE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45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60B4CB-AA52-24B6-1EFE-A6491595C51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67534" y="1414471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" name="슬라이드 번호 개체 틀 17">
            <a:extLst>
              <a:ext uri="{FF2B5EF4-FFF2-40B4-BE49-F238E27FC236}">
                <a16:creationId xmlns:a16="http://schemas.microsoft.com/office/drawing/2014/main" id="{234AC8EE-F36A-1B07-AF10-EB64BD3C83C6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55327-DAAD-159C-D84A-168AF1D85720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831047-B281-D07C-7CAB-39933E7E8A87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B90F12-7E14-FF35-8DDD-02447DA44E66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4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2A2DA-A218-05B0-B05D-2FDE789782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98322" y="149708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EF5C-B4D2-7F68-C96C-5163554121D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62006" y="167146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D5FE957-21EE-39BA-24A8-80923A80E05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7946" y="3707544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F4934E5-1ACB-AAAA-1CFC-096C2BADAA0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61629" y="3881927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45088CD-F0E5-3327-8A29-738A26D37DE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1773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7" name="슬라이드 번호 개체 틀 17">
            <a:extLst>
              <a:ext uri="{FF2B5EF4-FFF2-40B4-BE49-F238E27FC236}">
                <a16:creationId xmlns:a16="http://schemas.microsoft.com/office/drawing/2014/main" id="{F88C35A7-717C-526B-398E-F513A4AA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4A71B7-635A-BEB0-0699-EDF69AE39DB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99100-1F0C-4082-4085-92B8B1B706E8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D88B28-9E4A-1531-69A7-DFF5F93226BB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815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C2CA49-147A-84C9-0AD4-64586C429E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2536" y="1472366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6B8A381-58A8-4D04-31A5-E24085B535F9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96219" y="1646749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82874678-789F-1EE2-D97F-33A26DB8354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32160" y="3682830"/>
            <a:ext cx="4659865" cy="284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>
              <a:buFont typeface="Arial" panose="020B0604020202020204" pitchFamily="34" charset="0"/>
              <a:buChar char="•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A83C7BFC-E7B7-2FF5-463E-62455CD7DBA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95843" y="3857213"/>
            <a:ext cx="4596182" cy="936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3512" indent="-213512">
              <a:lnSpc>
                <a:spcPct val="150000"/>
              </a:lnSpc>
              <a:buAutoNum type="arabicParenR"/>
              <a:defRPr sz="934" b="0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0"/>
            <a:r>
              <a:rPr lang="ko-KR" altLang="en-US" dirty="0" err="1"/>
              <a:t>내용글자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FEB078-BCE9-5A26-AC39-0E5CFE98BCA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5987" y="93350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121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 err="1"/>
              <a:t>목차글자</a:t>
            </a:r>
            <a:r>
              <a:rPr lang="ko-KR" altLang="en-US" dirty="0"/>
              <a:t> 편집하려면 클릭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:12, </a:t>
            </a:r>
            <a:r>
              <a:rPr lang="ko-KR" altLang="en-US" dirty="0"/>
              <a:t>흰색</a:t>
            </a:r>
            <a:r>
              <a:rPr lang="en-US" altLang="ko-KR" dirty="0"/>
              <a:t>]</a:t>
            </a:r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33E74F1E-6DAA-03AD-565D-5436B25FD800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844DB8-6953-8298-50A0-39C8806FB647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2B076-99DB-B6D6-C3C8-EF10B8DEF90A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0DBF6D-91F3-8FDC-3F0C-EEC469AFE8FA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105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AFDABB11-1177-B3AF-C0F7-49FDDF361D52}"/>
              </a:ext>
            </a:extLst>
          </p:cNvPr>
          <p:cNvSpPr/>
          <p:nvPr userDrawn="1"/>
        </p:nvSpPr>
        <p:spPr>
          <a:xfrm>
            <a:off x="995979" y="785402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D42835-43C3-AB15-0920-7D5D3CB5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579" y="909798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B25731-EE45-269E-C253-FB73DEDEC6FA}"/>
              </a:ext>
            </a:extLst>
          </p:cNvPr>
          <p:cNvCxnSpPr>
            <a:cxnSpLocks/>
          </p:cNvCxnSpPr>
          <p:nvPr userDrawn="1"/>
        </p:nvCxnSpPr>
        <p:spPr>
          <a:xfrm>
            <a:off x="1504365" y="118633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EFAEEED-0306-E68A-711B-7644501B9B1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915427" y="132919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4" name="슬라이드 번호 개체 틀 17">
            <a:extLst>
              <a:ext uri="{FF2B5EF4-FFF2-40B4-BE49-F238E27FC236}">
                <a16:creationId xmlns:a16="http://schemas.microsoft.com/office/drawing/2014/main" id="{82F2E7FB-958B-C8EA-1F3E-B8414C4F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469" y="8384512"/>
            <a:ext cx="1474113" cy="492581"/>
          </a:xfrm>
        </p:spPr>
        <p:txBody>
          <a:bodyPr/>
          <a:lstStyle>
            <a:lvl1pPr algn="l">
              <a:defRPr/>
            </a:lvl1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FA03F-B34D-E395-C2B3-180708875074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BADDE5-A3FE-AADB-1A02-FB4D8FC9B496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CC74E5-DCDE-7259-4A82-DBBD7B81AC9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065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순서도: 다른 페이지 연결선 22">
            <a:extLst>
              <a:ext uri="{FF2B5EF4-FFF2-40B4-BE49-F238E27FC236}">
                <a16:creationId xmlns:a16="http://schemas.microsoft.com/office/drawing/2014/main" id="{5AFAD81B-BA47-20DA-B155-1D2290CAC6D0}"/>
              </a:ext>
            </a:extLst>
          </p:cNvPr>
          <p:cNvSpPr/>
          <p:nvPr userDrawn="1"/>
        </p:nvSpPr>
        <p:spPr>
          <a:xfrm>
            <a:off x="1120879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E9E3AD-1745-895D-25BB-C850225F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478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6DDEAE-CE3F-FC42-81E3-9269E50B37A5}"/>
              </a:ext>
            </a:extLst>
          </p:cNvPr>
          <p:cNvSpPr txBox="1">
            <a:spLocks/>
          </p:cNvSpPr>
          <p:nvPr userDrawn="1"/>
        </p:nvSpPr>
        <p:spPr>
          <a:xfrm>
            <a:off x="1126539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1C0352-0C3A-7B44-9BE8-1D278F7FA8E3}"/>
              </a:ext>
            </a:extLst>
          </p:cNvPr>
          <p:cNvCxnSpPr>
            <a:cxnSpLocks/>
          </p:cNvCxnSpPr>
          <p:nvPr userDrawn="1"/>
        </p:nvCxnSpPr>
        <p:spPr>
          <a:xfrm>
            <a:off x="1629265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1CDED5-6CFE-6E1C-E71F-2076929226E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40326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4573B4A-2700-CCC7-FE3A-0EDC719ABA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141499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700D324-8AF8-3375-6583-0C43BEB7B7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141499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471B874B-3DAB-0C20-A006-A7DEFC0B0ACF}"/>
              </a:ext>
            </a:extLst>
          </p:cNvPr>
          <p:cNvSpPr/>
          <p:nvPr userDrawn="1"/>
        </p:nvSpPr>
        <p:spPr>
          <a:xfrm>
            <a:off x="1122718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61AFAC0-3BFF-0D08-4038-E12688A5D4D6}"/>
              </a:ext>
            </a:extLst>
          </p:cNvPr>
          <p:cNvSpPr txBox="1">
            <a:spLocks/>
          </p:cNvSpPr>
          <p:nvPr userDrawn="1"/>
        </p:nvSpPr>
        <p:spPr>
          <a:xfrm>
            <a:off x="1628317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F8F58AFB-C334-4A15-4E1E-C1A603BB3631}"/>
              </a:ext>
            </a:extLst>
          </p:cNvPr>
          <p:cNvSpPr txBox="1">
            <a:spLocks/>
          </p:cNvSpPr>
          <p:nvPr userDrawn="1"/>
        </p:nvSpPr>
        <p:spPr>
          <a:xfrm>
            <a:off x="1128378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F427F5-0C21-4F28-4337-1955F45BAA66}"/>
              </a:ext>
            </a:extLst>
          </p:cNvPr>
          <p:cNvCxnSpPr>
            <a:cxnSpLocks/>
          </p:cNvCxnSpPr>
          <p:nvPr userDrawn="1"/>
        </p:nvCxnSpPr>
        <p:spPr>
          <a:xfrm>
            <a:off x="1631104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A4DD7CD-9787-FF96-FC78-BFA45134185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042165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641AD4F-E780-5B5D-CC82-D2FE487AB8A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1143338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B5400023-7F3A-77D5-2852-005AFE483846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1143338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슬라이드 번호 개체 틀 17">
            <a:extLst>
              <a:ext uri="{FF2B5EF4-FFF2-40B4-BE49-F238E27FC236}">
                <a16:creationId xmlns:a16="http://schemas.microsoft.com/office/drawing/2014/main" id="{18FEC711-1E28-EB57-83C7-988875EDAE89}"/>
              </a:ext>
            </a:extLst>
          </p:cNvPr>
          <p:cNvSpPr txBox="1">
            <a:spLocks/>
          </p:cNvSpPr>
          <p:nvPr userDrawn="1"/>
        </p:nvSpPr>
        <p:spPr>
          <a:xfrm>
            <a:off x="4162663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2EA7-684A-A448-6459-F79B0D9B45B8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548648-FDA3-5527-17AF-FB2097F94E4C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742473-5B40-ABFB-7837-9DC4989941E0}"/>
              </a:ext>
            </a:extLst>
          </p:cNvPr>
          <p:cNvSpPr/>
          <p:nvPr userDrawn="1"/>
        </p:nvSpPr>
        <p:spPr>
          <a:xfrm>
            <a:off x="1067534" y="914406"/>
            <a:ext cx="4572000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711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다른 페이지 연결선 3">
            <a:extLst>
              <a:ext uri="{FF2B5EF4-FFF2-40B4-BE49-F238E27FC236}">
                <a16:creationId xmlns:a16="http://schemas.microsoft.com/office/drawing/2014/main" id="{5FABF0C7-AE96-FEC1-1944-6467CE2E0FF3}"/>
              </a:ext>
            </a:extLst>
          </p:cNvPr>
          <p:cNvSpPr/>
          <p:nvPr userDrawn="1"/>
        </p:nvSpPr>
        <p:spPr>
          <a:xfrm>
            <a:off x="946551" y="797759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8A4629-81E4-0E0E-2D95-0FB4BC0AB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1" y="922155"/>
            <a:ext cx="3824236" cy="338272"/>
          </a:xfrm>
        </p:spPr>
        <p:txBody>
          <a:bodyPr>
            <a:normAutofit/>
          </a:bodyPr>
          <a:lstStyle>
            <a:lvl1pPr>
              <a:defRPr sz="1494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948CE6-D3F5-2930-188B-DB04E25D20D7}"/>
              </a:ext>
            </a:extLst>
          </p:cNvPr>
          <p:cNvSpPr txBox="1">
            <a:spLocks/>
          </p:cNvSpPr>
          <p:nvPr userDrawn="1"/>
        </p:nvSpPr>
        <p:spPr>
          <a:xfrm>
            <a:off x="952212" y="894515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752AA04-9C77-ECD5-689A-B72E67E33ADC}"/>
              </a:ext>
            </a:extLst>
          </p:cNvPr>
          <p:cNvCxnSpPr>
            <a:cxnSpLocks/>
          </p:cNvCxnSpPr>
          <p:nvPr userDrawn="1"/>
        </p:nvCxnSpPr>
        <p:spPr>
          <a:xfrm>
            <a:off x="1454937" y="1198692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FFCF4D2-F8A0-01DA-18FA-2FAC2675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65999" y="1341554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6CC5AF9-53BC-3A76-3C42-F1C999B7647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67171" y="1575182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0AC30C8-2C5F-D482-53D0-5FF1FE4CF2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967171" y="2481379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6" name="순서도: 다른 페이지 연결선 25">
            <a:extLst>
              <a:ext uri="{FF2B5EF4-FFF2-40B4-BE49-F238E27FC236}">
                <a16:creationId xmlns:a16="http://schemas.microsoft.com/office/drawing/2014/main" id="{1FA3DF31-719A-17CD-A129-987510266D8D}"/>
              </a:ext>
            </a:extLst>
          </p:cNvPr>
          <p:cNvSpPr/>
          <p:nvPr userDrawn="1"/>
        </p:nvSpPr>
        <p:spPr>
          <a:xfrm>
            <a:off x="948390" y="4291343"/>
            <a:ext cx="477816" cy="467138"/>
          </a:xfrm>
          <a:prstGeom prst="flowChartOffpage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20B0099-C7A0-C71F-2864-C721CF3ED6B0}"/>
              </a:ext>
            </a:extLst>
          </p:cNvPr>
          <p:cNvSpPr txBox="1">
            <a:spLocks/>
          </p:cNvSpPr>
          <p:nvPr userDrawn="1"/>
        </p:nvSpPr>
        <p:spPr>
          <a:xfrm>
            <a:off x="1453990" y="4415738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94"/>
              <a:t>마스터 제목 스타일 편집</a:t>
            </a:r>
            <a:endParaRPr lang="en-US" sz="1494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5A56448-62FE-916F-B562-8A6FB1E3CEBD}"/>
              </a:ext>
            </a:extLst>
          </p:cNvPr>
          <p:cNvSpPr txBox="1">
            <a:spLocks/>
          </p:cNvSpPr>
          <p:nvPr userDrawn="1"/>
        </p:nvSpPr>
        <p:spPr>
          <a:xfrm>
            <a:off x="954051" y="4388099"/>
            <a:ext cx="456261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68" b="0" dirty="0">
                <a:solidFill>
                  <a:schemeClr val="bg1"/>
                </a:solidFill>
                <a:latin typeface="210 옴니고딕 030" panose="02020603020101020101" pitchFamily="18" charset="-127"/>
                <a:ea typeface="210 옴니고딕 030" panose="02020603020101020101" pitchFamily="18" charset="-127"/>
              </a:rPr>
              <a:t>01</a:t>
            </a:r>
            <a:endParaRPr lang="en-US" sz="1868" b="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EB81EAE-86F9-2EC9-18DD-8958E18E0713}"/>
              </a:ext>
            </a:extLst>
          </p:cNvPr>
          <p:cNvCxnSpPr>
            <a:cxnSpLocks/>
          </p:cNvCxnSpPr>
          <p:nvPr userDrawn="1"/>
        </p:nvCxnSpPr>
        <p:spPr>
          <a:xfrm>
            <a:off x="1456776" y="4692275"/>
            <a:ext cx="4058217" cy="0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318C38B-4A17-E731-31C7-D19C53C8067E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67838" y="4835137"/>
            <a:ext cx="3730573" cy="30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1027" b="1">
                <a:latin typeface="+mn-ea"/>
                <a:ea typeface="+mn-ea"/>
              </a:defRPr>
            </a:lvl1pPr>
            <a:lvl2pPr marL="320269" indent="0">
              <a:buNone/>
              <a:defRPr sz="934"/>
            </a:lvl2pPr>
            <a:lvl3pPr marL="640537" indent="0">
              <a:buNone/>
              <a:defRPr/>
            </a:lvl3pPr>
          </a:lstStyle>
          <a:p>
            <a:pPr lvl="0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:11, </a:t>
            </a:r>
            <a:r>
              <a:rPr lang="ko-KR" altLang="en-US" dirty="0"/>
              <a:t>굵게</a:t>
            </a:r>
            <a:r>
              <a:rPr lang="en-US" altLang="ko-KR" dirty="0"/>
              <a:t>]</a:t>
            </a:r>
          </a:p>
          <a:p>
            <a:pPr lvl="0"/>
            <a:endParaRPr lang="en-US" altLang="ko-KR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F66B1B6-A6E2-DE77-2A20-77391E2A1B84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69010" y="5068765"/>
            <a:ext cx="4545983" cy="761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60134" indent="-160134" algn="l">
              <a:lnSpc>
                <a:spcPct val="150000"/>
              </a:lnSpc>
              <a:buFont typeface="Wingdings" panose="05000000000000000000" pitchFamily="2" charset="2"/>
              <a:buChar char="Ø"/>
              <a:defRPr sz="934" b="1">
                <a:latin typeface="+mn-ea"/>
                <a:ea typeface="+mn-ea"/>
              </a:defRPr>
            </a:lvl1pPr>
            <a:lvl2pPr marL="480403" indent="-160134">
              <a:lnSpc>
                <a:spcPct val="150000"/>
              </a:lnSpc>
              <a:buFont typeface="Wingdings" panose="05000000000000000000" pitchFamily="2" charset="2"/>
              <a:buChar char="ü"/>
              <a:defRPr sz="934">
                <a:latin typeface="+mn-ea"/>
                <a:ea typeface="+mn-ea"/>
              </a:defRPr>
            </a:lvl2pPr>
            <a:lvl3pPr marL="640537" indent="0">
              <a:buNone/>
              <a:defRPr/>
            </a:lvl3pPr>
          </a:lstStyle>
          <a:p>
            <a:pPr lvl="1"/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marL="480403" marR="0" lvl="1" indent="-160134" algn="l" defTabSz="640537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ko-KR" altLang="en-US" dirty="0"/>
              <a:t>내용 글자</a:t>
            </a:r>
            <a:r>
              <a:rPr lang="en-US" altLang="ko-KR" dirty="0"/>
              <a:t>[</a:t>
            </a:r>
            <a:r>
              <a:rPr lang="ko-KR" altLang="en-US" dirty="0"/>
              <a:t>글자크기</a:t>
            </a:r>
            <a:r>
              <a:rPr lang="en-US" altLang="ko-KR" dirty="0"/>
              <a:t>:10]</a:t>
            </a:r>
          </a:p>
          <a:p>
            <a:pPr lvl="1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172A0B7C-BF4F-D5C2-E759-862BBF676755}"/>
              </a:ext>
            </a:extLst>
          </p:cNvPr>
          <p:cNvSpPr>
            <a:spLocks noGrp="1" noChangeAspect="1"/>
          </p:cNvSpPr>
          <p:nvPr>
            <p:ph type="pic" idx="24"/>
          </p:nvPr>
        </p:nvSpPr>
        <p:spPr>
          <a:xfrm>
            <a:off x="969010" y="5974962"/>
            <a:ext cx="4545983" cy="1439688"/>
          </a:xfrm>
        </p:spPr>
        <p:txBody>
          <a:bodyPr anchor="t">
            <a:normAutofit/>
          </a:bodyPr>
          <a:lstStyle>
            <a:lvl1pPr marL="0" indent="0">
              <a:buNone/>
              <a:defRPr sz="1027"/>
            </a:lvl1pPr>
            <a:lvl2pPr marL="320269" indent="0">
              <a:buNone/>
              <a:defRPr sz="1961"/>
            </a:lvl2pPr>
            <a:lvl3pPr marL="640537" indent="0">
              <a:buNone/>
              <a:defRPr sz="1681"/>
            </a:lvl3pPr>
            <a:lvl4pPr marL="960806" indent="0">
              <a:buNone/>
              <a:defRPr sz="1401"/>
            </a:lvl4pPr>
            <a:lvl5pPr marL="1281074" indent="0">
              <a:buNone/>
              <a:defRPr sz="1401"/>
            </a:lvl5pPr>
            <a:lvl6pPr marL="1601343" indent="0">
              <a:buNone/>
              <a:defRPr sz="1401"/>
            </a:lvl6pPr>
            <a:lvl7pPr marL="1921612" indent="0">
              <a:buNone/>
              <a:defRPr sz="1401"/>
            </a:lvl7pPr>
            <a:lvl8pPr marL="2241880" indent="0">
              <a:buNone/>
              <a:defRPr sz="1401"/>
            </a:lvl8pPr>
            <a:lvl9pPr marL="2562149" indent="0">
              <a:buNone/>
              <a:defRPr sz="1401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슬라이드 번호 개체 틀 17">
            <a:extLst>
              <a:ext uri="{FF2B5EF4-FFF2-40B4-BE49-F238E27FC236}">
                <a16:creationId xmlns:a16="http://schemas.microsoft.com/office/drawing/2014/main" id="{7BC74A89-0677-292C-725F-7006A3B71001}"/>
              </a:ext>
            </a:extLst>
          </p:cNvPr>
          <p:cNvSpPr txBox="1">
            <a:spLocks/>
          </p:cNvSpPr>
          <p:nvPr userDrawn="1"/>
        </p:nvSpPr>
        <p:spPr>
          <a:xfrm>
            <a:off x="900469" y="8384512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A52EAC-BE29-4AAD-B8A8-A623A2B85899}" type="slidenum">
              <a:rPr lang="ko-KR" altLang="en-US" sz="934" smtClean="0"/>
              <a:pPr/>
              <a:t>‹#›</a:t>
            </a:fld>
            <a:endParaRPr lang="ko-KR" altLang="en-US" sz="934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5E183D-EBE0-0342-7D21-09564255F65A}"/>
              </a:ext>
            </a:extLst>
          </p:cNvPr>
          <p:cNvSpPr/>
          <p:nvPr userDrawn="1"/>
        </p:nvSpPr>
        <p:spPr>
          <a:xfrm>
            <a:off x="0" y="0"/>
            <a:ext cx="6551613" cy="925195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37E22-89EF-8425-A190-763275E38E41}"/>
              </a:ext>
            </a:extLst>
          </p:cNvPr>
          <p:cNvSpPr/>
          <p:nvPr userDrawn="1"/>
        </p:nvSpPr>
        <p:spPr>
          <a:xfrm>
            <a:off x="179806" y="179975"/>
            <a:ext cx="6192000" cy="889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B8211-84BB-06DA-5E23-CD6FB01D57F7}"/>
              </a:ext>
            </a:extLst>
          </p:cNvPr>
          <p:cNvSpPr/>
          <p:nvPr userDrawn="1"/>
        </p:nvSpPr>
        <p:spPr>
          <a:xfrm>
            <a:off x="906893" y="914406"/>
            <a:ext cx="4587996" cy="781200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76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E2519A-3B07-6FCD-8588-7355A95BE1DE}"/>
              </a:ext>
            </a:extLst>
          </p:cNvPr>
          <p:cNvSpPr txBox="1">
            <a:spLocks/>
          </p:cNvSpPr>
          <p:nvPr userDrawn="1"/>
        </p:nvSpPr>
        <p:spPr>
          <a:xfrm>
            <a:off x="1569623" y="150665"/>
            <a:ext cx="3824236" cy="338272"/>
          </a:xfrm>
          <a:prstGeom prst="rect">
            <a:avLst/>
          </a:prstGeom>
        </p:spPr>
        <p:txBody>
          <a:bodyPr vert="horz" lIns="85403" tIns="42701" rIns="85403" bIns="42701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1494" dirty="0"/>
              <a:t>오른쪽</a:t>
            </a:r>
            <a:endParaRPr lang="en-US" sz="1494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70C2A-924D-63C1-A6F0-289C5530E792}"/>
              </a:ext>
            </a:extLst>
          </p:cNvPr>
          <p:cNvSpPr/>
          <p:nvPr userDrawn="1"/>
        </p:nvSpPr>
        <p:spPr>
          <a:xfrm>
            <a:off x="11057" y="808"/>
            <a:ext cx="6173305" cy="8173770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6C269-A5D9-2686-A4FE-7F1F2217658F}"/>
              </a:ext>
            </a:extLst>
          </p:cNvPr>
          <p:cNvSpPr/>
          <p:nvPr userDrawn="1"/>
        </p:nvSpPr>
        <p:spPr>
          <a:xfrm>
            <a:off x="843561" y="688529"/>
            <a:ext cx="4766685" cy="685525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5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20317-9E38-3F56-C479-CADF21D82103}"/>
              </a:ext>
            </a:extLst>
          </p:cNvPr>
          <p:cNvSpPr txBox="1"/>
          <p:nvPr userDrawn="1"/>
        </p:nvSpPr>
        <p:spPr>
          <a:xfrm>
            <a:off x="1969588" y="5672131"/>
            <a:ext cx="2617448" cy="60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감사합니다</a:t>
            </a:r>
            <a:r>
              <a:rPr lang="en-US" altLang="ko-KR" sz="3362" b="0" dirty="0">
                <a:solidFill>
                  <a:prstClr val="white">
                    <a:lumMod val="65000"/>
                  </a:prst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ko-KR" altLang="en-US" sz="3362" b="0" dirty="0">
              <a:solidFill>
                <a:prstClr val="white">
                  <a:lumMod val="65000"/>
                </a:prst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pic>
        <p:nvPicPr>
          <p:cNvPr id="12" name="Picture 2" descr="D:\은경\최종시안\스티커_로봇.png">
            <a:extLst>
              <a:ext uri="{FF2B5EF4-FFF2-40B4-BE49-F238E27FC236}">
                <a16:creationId xmlns:a16="http://schemas.microsoft.com/office/drawing/2014/main" id="{93DEDCA9-233A-10DC-C133-0D190D6040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45" y="2022818"/>
            <a:ext cx="3253374" cy="318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4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0424" y="492583"/>
            <a:ext cx="5650766" cy="17882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424" y="2462903"/>
            <a:ext cx="5650766" cy="587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0423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5ED4F-5061-4292-B39D-E4856B5F82AF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222" y="8575189"/>
            <a:ext cx="2211169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27077" y="8575189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2EAC-BE29-4AAD-B8A8-A623A2B858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23" r:id="rId12"/>
    <p:sldLayoutId id="2147483724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96" r:id="rId19"/>
    <p:sldLayoutId id="2147483700" r:id="rId20"/>
    <p:sldLayoutId id="2147483699" r:id="rId21"/>
    <p:sldLayoutId id="2147483703" r:id="rId22"/>
  </p:sldLayoutIdLst>
  <p:hf hdr="0" ftr="0" dt="0"/>
  <p:txStyles>
    <p:titleStyle>
      <a:lvl1pPr algn="l" defTabSz="655168" rtl="0" eaLnBrk="1" latinLnBrk="1" hangingPunct="1">
        <a:lnSpc>
          <a:spcPct val="90000"/>
        </a:lnSpc>
        <a:spcBef>
          <a:spcPct val="0"/>
        </a:spcBef>
        <a:buNone/>
        <a:defRPr sz="31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792" indent="-163792" algn="l" defTabSz="655168" rtl="0" eaLnBrk="1" latinLnBrk="1" hangingPunct="1">
        <a:lnSpc>
          <a:spcPct val="90000"/>
        </a:lnSpc>
        <a:spcBef>
          <a:spcPts val="717"/>
        </a:spcBef>
        <a:buFont typeface="Arial" panose="020B0604020202020204" pitchFamily="34" charset="0"/>
        <a:buChar char="•"/>
        <a:defRPr sz="2006" kern="1200">
          <a:solidFill>
            <a:schemeClr val="tx1"/>
          </a:solidFill>
          <a:latin typeface="+mn-lt"/>
          <a:ea typeface="+mn-ea"/>
          <a:cs typeface="+mn-cs"/>
        </a:defRPr>
      </a:lvl1pPr>
      <a:lvl2pPr marL="491376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18960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3pPr>
      <a:lvl4pPr marL="1146543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474127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801711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2129295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456879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784462" indent="-163792" algn="l" defTabSz="655168" rtl="0" eaLnBrk="1" latinLnBrk="1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1pPr>
      <a:lvl2pPr marL="327584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2pPr>
      <a:lvl3pPr marL="655168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3pPr>
      <a:lvl4pPr marL="982751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4pPr>
      <a:lvl5pPr marL="1310335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5pPr>
      <a:lvl6pPr marL="1637919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6pPr>
      <a:lvl7pPr marL="1965503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7pPr>
      <a:lvl8pPr marL="2293087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70" algn="l" defTabSz="655168" rtl="0" eaLnBrk="1" latinLnBrk="1" hangingPunct="1">
        <a:defRPr sz="12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9937-984F-C33B-90A1-FC348238129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 err="1"/>
              <a:t>반복문</a:t>
            </a:r>
            <a:r>
              <a:rPr lang="ko-KR" altLang="en-US" sz="2000" dirty="0"/>
              <a:t> 이해하기</a:t>
            </a:r>
          </a:p>
          <a:p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6DBA2CA-650E-1195-173C-6CE134A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904" y="3083898"/>
            <a:ext cx="1636616" cy="1548826"/>
          </a:xfrm>
        </p:spPr>
        <p:txBody>
          <a:bodyPr/>
          <a:lstStyle/>
          <a:p>
            <a:r>
              <a:rPr lang="en-US" altLang="ko-KR" sz="10000" dirty="0"/>
              <a:t>5</a:t>
            </a:r>
            <a:endParaRPr lang="ko-KR" altLang="en-US" sz="10000" dirty="0"/>
          </a:p>
        </p:txBody>
      </p:sp>
    </p:spTree>
    <p:extLst>
      <p:ext uri="{BB962C8B-B14F-4D97-AF65-F5344CB8AC3E}">
        <p14:creationId xmlns:p14="http://schemas.microsoft.com/office/powerpoint/2010/main" val="424288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9CC9D-846B-E8C3-CF51-899CF65A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487D7-4CC3-E1C5-2949-0ACA77AE3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 err="1"/>
              <a:t>반복문이란</a:t>
            </a:r>
            <a:endParaRPr lang="ko-KR" altLang="en-US" sz="1100" dirty="0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AF61533-7D09-3FB1-D344-4D78065D0F74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2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DA5E0ED-4733-41A4-2AAA-C2AE34D9E4AF}"/>
              </a:ext>
            </a:extLst>
          </p:cNvPr>
          <p:cNvSpPr txBox="1">
            <a:spLocks/>
          </p:cNvSpPr>
          <p:nvPr/>
        </p:nvSpPr>
        <p:spPr>
          <a:xfrm>
            <a:off x="1017090" y="176055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반복문은 조건이나 횟수에 따라 같은 명령을 여러 번 실행하는 명령문이다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반복문은 대표적으로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문과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while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문을 사용한다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3B0C2EBF-A9F9-853C-8090-16DC195B9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12768"/>
              </p:ext>
            </p:extLst>
          </p:nvPr>
        </p:nvGraphicFramePr>
        <p:xfrm>
          <a:off x="1120541" y="2390285"/>
          <a:ext cx="4632559" cy="203930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44835">
                  <a:extLst>
                    <a:ext uri="{9D8B030D-6E8A-4147-A177-3AD203B41FA5}">
                      <a16:colId xmlns:a16="http://schemas.microsoft.com/office/drawing/2014/main" val="328874268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412745051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1957041533"/>
                    </a:ext>
                  </a:extLst>
                </a:gridCol>
                <a:gridCol w="1793748">
                  <a:extLst>
                    <a:ext uri="{9D8B030D-6E8A-4147-A177-3AD203B41FA5}">
                      <a16:colId xmlns:a16="http://schemas.microsoft.com/office/drawing/2014/main" val="836528633"/>
                    </a:ext>
                  </a:extLst>
                </a:gridCol>
              </a:tblGrid>
              <a:tr h="3058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구문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756738"/>
                  </a:ext>
                </a:extLst>
              </a:tr>
              <a:tr h="3899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for </a:t>
                      </a:r>
                      <a:r>
                        <a:rPr lang="ko-KR" altLang="en-US" sz="1000" dirty="0"/>
                        <a:t>문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00" dirty="0"/>
                        <a:t>횟수가 정해진 반복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정해진 횟수만큼 실행되는 반복</a:t>
                      </a:r>
                      <a:endParaRPr lang="en-US" altLang="ko-KR" sz="10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횟수가 중요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000" dirty="0"/>
                        <a:t>윗몸 일으키기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회 하기</a:t>
                      </a:r>
                      <a:endParaRPr lang="en-US" altLang="ko-KR" sz="1000" dirty="0"/>
                    </a:p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에</a:t>
                      </a:r>
                      <a:r>
                        <a:rPr lang="en-US" altLang="ko-KR" sz="1000" dirty="0"/>
                        <a:t> 35</a:t>
                      </a:r>
                      <a:r>
                        <a:rPr lang="ko-KR" altLang="en-US" sz="1000" dirty="0"/>
                        <a:t>를 </a:t>
                      </a:r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번 곱하기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988725"/>
                  </a:ext>
                </a:extLst>
              </a:tr>
              <a:tr h="6898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while </a:t>
                      </a:r>
                      <a:r>
                        <a:rPr lang="ko-KR" altLang="en-US" sz="1000" dirty="0"/>
                        <a:t>문</a:t>
                      </a:r>
                      <a:endParaRPr lang="en-US" altLang="ko-KR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 latinLnBrk="1"/>
                      <a:r>
                        <a:rPr lang="ko-KR" altLang="en-US" sz="1000" dirty="0"/>
                        <a:t>횟수가 정해지지 않은 반복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조건이 참일 동안 계속 실행되는 반복</a:t>
                      </a:r>
                      <a:endParaRPr lang="en-US" altLang="ko-KR" sz="10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무한 반복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분 동안 윗몸 일으키기 하기</a:t>
                      </a:r>
                      <a:endParaRPr lang="en-US" altLang="ko-KR" sz="1000" dirty="0"/>
                    </a:p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000" dirty="0"/>
                        <a:t>연산 결과가 </a:t>
                      </a:r>
                      <a:r>
                        <a:rPr lang="en-US" altLang="ko-KR" sz="1000" dirty="0"/>
                        <a:t>1000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ko-KR" altLang="en-US" sz="1000" dirty="0" err="1"/>
                        <a:t>될때까지</a:t>
                      </a:r>
                      <a:r>
                        <a:rPr lang="ko-KR" altLang="en-US" sz="1000" dirty="0"/>
                        <a:t> 더하기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123266"/>
                  </a:ext>
                </a:extLst>
              </a:tr>
            </a:tbl>
          </a:graphicData>
        </a:graphic>
      </p:graphicFrame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5DFF1434-7E7A-2461-793E-EDD69F317433}"/>
              </a:ext>
            </a:extLst>
          </p:cNvPr>
          <p:cNvSpPr txBox="1">
            <a:spLocks/>
          </p:cNvSpPr>
          <p:nvPr/>
        </p:nvSpPr>
        <p:spPr>
          <a:xfrm>
            <a:off x="822112" y="4896281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while</a:t>
            </a:r>
            <a:r>
              <a:rPr lang="ko-KR" altLang="en-US" sz="1100" dirty="0"/>
              <a:t> 문</a:t>
            </a:r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B34C721E-3925-43D0-3F9F-932282AF5AA8}"/>
              </a:ext>
            </a:extLst>
          </p:cNvPr>
          <p:cNvSpPr txBox="1">
            <a:spLocks/>
          </p:cNvSpPr>
          <p:nvPr/>
        </p:nvSpPr>
        <p:spPr>
          <a:xfrm>
            <a:off x="1017090" y="5229919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while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문은 조건이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참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(True)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일 동안 반복을 실행한다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(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무한 반복에 사용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)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기본 구조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예시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6AA0B32-BBF5-E5AB-8FB3-A84678332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13" y="5881462"/>
            <a:ext cx="1680959" cy="54496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3616704-5C3A-0E6A-E01D-67648E4A2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989" y="6914931"/>
            <a:ext cx="2497371" cy="167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1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7019-7E0D-0737-B670-EC011C61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DB79970-AF77-9327-FED6-26BCD733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68417A0-8ED0-5FF8-C83F-8DCF2AC13D82}"/>
              </a:ext>
            </a:extLst>
          </p:cNvPr>
          <p:cNvSpPr txBox="1">
            <a:spLocks/>
          </p:cNvSpPr>
          <p:nvPr/>
        </p:nvSpPr>
        <p:spPr>
          <a:xfrm>
            <a:off x="986704" y="1437234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for</a:t>
            </a:r>
            <a:r>
              <a:rPr lang="ko-KR" altLang="en-US" sz="1100" dirty="0"/>
              <a:t> 문</a:t>
            </a: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10272908-96FB-AE23-568D-2FDD0D2EF924}"/>
              </a:ext>
            </a:extLst>
          </p:cNvPr>
          <p:cNvSpPr txBox="1">
            <a:spLocks/>
          </p:cNvSpPr>
          <p:nvPr/>
        </p:nvSpPr>
        <p:spPr>
          <a:xfrm>
            <a:off x="1181682" y="1770872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문은 순서형 자료의 각 요소를 하나씩 꺼내면서 반복을 수행한다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그 중에서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range( 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대표적인 순서형 자료 생성 함수로 일정한 범위의 숫자들을 차례로 꺼내 반복할 때 사용된다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기본 구조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예시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5E43170-EF63-A1C9-BDE7-BE09C706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26" y="2654151"/>
            <a:ext cx="2142960" cy="5492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EFAB237-975B-0548-ABD0-7D408A500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85" y="3567229"/>
            <a:ext cx="2142961" cy="1229984"/>
          </a:xfrm>
          <a:prstGeom prst="rect">
            <a:avLst/>
          </a:prstGeo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DE248323-4D18-1873-F22C-631A6BE30FC7}"/>
              </a:ext>
            </a:extLst>
          </p:cNvPr>
          <p:cNvSpPr txBox="1">
            <a:spLocks/>
          </p:cNvSpPr>
          <p:nvPr/>
        </p:nvSpPr>
        <p:spPr>
          <a:xfrm>
            <a:off x="986704" y="5078786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range</a:t>
            </a:r>
            <a:r>
              <a:rPr lang="ko-KR" altLang="en-US" sz="1100" dirty="0"/>
              <a:t> </a:t>
            </a:r>
            <a:r>
              <a:rPr lang="en-US" altLang="ko-KR" sz="1100" dirty="0"/>
              <a:t>( ) </a:t>
            </a:r>
            <a:r>
              <a:rPr lang="ko-KR" altLang="en-US" sz="1100" dirty="0"/>
              <a:t>기능</a:t>
            </a:r>
          </a:p>
        </p:txBody>
      </p:sp>
      <p:sp>
        <p:nvSpPr>
          <p:cNvPr id="21" name="내용 개체 틀 3">
            <a:extLst>
              <a:ext uri="{FF2B5EF4-FFF2-40B4-BE49-F238E27FC236}">
                <a16:creationId xmlns:a16="http://schemas.microsoft.com/office/drawing/2014/main" id="{2E1BC69C-83E8-BFED-2CEB-528F7B260D29}"/>
              </a:ext>
            </a:extLst>
          </p:cNvPr>
          <p:cNvSpPr txBox="1">
            <a:spLocks/>
          </p:cNvSpPr>
          <p:nvPr/>
        </p:nvSpPr>
        <p:spPr>
          <a:xfrm>
            <a:off x="1181682" y="5412424"/>
            <a:ext cx="4944798" cy="314788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range ( 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는 정해진 범위의 숫자들을 순서대로 생성한다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(1) 0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부터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(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종료값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-1)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까지 숫자를 순서대로 생성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(2) 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시작값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부터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종료값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-1)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까지 숫자를 순서대로 생성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(3) 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시작값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부터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종료값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-1)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까지 일정 간격으로 숫자를 순서대로 생성</a:t>
            </a: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68CB5FA-3F32-62EC-E0BA-D1EC29926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323" y="6089211"/>
            <a:ext cx="4555725" cy="69471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0A15B310-1388-C97D-A5C8-6AC230CFB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2323" y="7125816"/>
            <a:ext cx="4301237" cy="47531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606AB84-4E50-3F18-9B08-540CA851AC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82" b="5753"/>
          <a:stretch>
            <a:fillRect/>
          </a:stretch>
        </p:blipFill>
        <p:spPr>
          <a:xfrm>
            <a:off x="1322323" y="8128117"/>
            <a:ext cx="4301237" cy="39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25DF-D117-F9FB-0687-AC702A30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8B96F-8F3F-16E4-01E2-E2C5F7FA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25C26036-3DBA-707A-F120-5F72771D53DB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4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E870B44-D441-2EDA-7984-3A1F88574C77}"/>
              </a:ext>
            </a:extLst>
          </p:cNvPr>
          <p:cNvSpPr txBox="1">
            <a:spLocks/>
          </p:cNvSpPr>
          <p:nvPr/>
        </p:nvSpPr>
        <p:spPr>
          <a:xfrm>
            <a:off x="847618" y="144051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for </a:t>
            </a:r>
            <a:r>
              <a:rPr lang="ko-KR" altLang="en-US" dirty="0"/>
              <a:t>변수 </a:t>
            </a:r>
            <a:r>
              <a:rPr lang="en-US" altLang="ko-KR" dirty="0"/>
              <a:t>in range(</a:t>
            </a:r>
            <a:r>
              <a:rPr lang="ko-KR" altLang="en-US" dirty="0"/>
              <a:t>시작</a:t>
            </a:r>
            <a:r>
              <a:rPr lang="en-US" altLang="ko-KR" dirty="0"/>
              <a:t>,</a:t>
            </a:r>
            <a:r>
              <a:rPr lang="ko-KR" altLang="en-US" dirty="0"/>
              <a:t>끝</a:t>
            </a:r>
            <a:r>
              <a:rPr lang="en-US" altLang="ko-KR" dirty="0"/>
              <a:t>,</a:t>
            </a:r>
            <a:r>
              <a:rPr lang="ko-KR" altLang="en-US" dirty="0"/>
              <a:t>간격</a:t>
            </a:r>
            <a:r>
              <a:rPr lang="en-US" altLang="ko-KR" dirty="0"/>
              <a:t>) : </a:t>
            </a:r>
            <a:r>
              <a:rPr lang="ko-KR" altLang="en-US" dirty="0"/>
              <a:t>시작부터 끝까지 정해진 간격만큼 증가하면서 반복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[for</a:t>
            </a:r>
            <a:r>
              <a:rPr lang="ko-KR" altLang="en-US" dirty="0"/>
              <a:t> 문의 기본 구조</a:t>
            </a:r>
            <a:r>
              <a:rPr lang="en-US" altLang="ko-KR" dirty="0"/>
              <a:t>]         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[for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동작 흐름도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4" name="Picture 2" descr="H:\한빛\강의교안제작\[보안주의]출판원고PDF\자바기초_그림&amp;표\ch03_img\ch03-15_cut.jpg">
            <a:extLst>
              <a:ext uri="{FF2B5EF4-FFF2-40B4-BE49-F238E27FC236}">
                <a16:creationId xmlns:a16="http://schemas.microsoft.com/office/drawing/2014/main" id="{219883EF-6DFF-1015-EBA5-37BA024B8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b="32908"/>
          <a:stretch>
            <a:fillRect/>
          </a:stretch>
        </p:blipFill>
        <p:spPr bwMode="auto">
          <a:xfrm>
            <a:off x="1115020" y="3074129"/>
            <a:ext cx="4677396" cy="1936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7921F6-08C9-5C92-6468-2CFD50119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717" y="2129618"/>
            <a:ext cx="2494603" cy="478875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F5B7CBB-0D34-E148-E9EC-98EF5D47F11F}"/>
              </a:ext>
            </a:extLst>
          </p:cNvPr>
          <p:cNvSpPr txBox="1">
            <a:spLocks/>
          </p:cNvSpPr>
          <p:nvPr/>
        </p:nvSpPr>
        <p:spPr>
          <a:xfrm>
            <a:off x="1009677" y="5425578"/>
            <a:ext cx="5071083" cy="326642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문제 </a:t>
            </a:r>
            <a:r>
              <a:rPr lang="en-US" altLang="ko-KR" dirty="0"/>
              <a:t>1. for </a:t>
            </a:r>
            <a:r>
              <a:rPr lang="ko-KR" altLang="en-US" dirty="0"/>
              <a:t>문을 이용하여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까지의 숫자를 한 줄씩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84CD6EC-F1E6-8D2A-17E7-32AFA56A1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581" y="6125217"/>
            <a:ext cx="2241339" cy="5763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B19AF59-B167-D8D1-47E6-BAF23999E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581" y="7372890"/>
            <a:ext cx="1921299" cy="29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6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6DAB-9CCF-AD73-78D5-7CE065C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CB16E84C-2D9A-CB92-B8A8-A1DCED67CA4C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for</a:t>
            </a:r>
            <a:r>
              <a:rPr lang="ko-KR" altLang="en-US" dirty="0"/>
              <a:t>문을 이용하여 자신의 이름을 </a:t>
            </a:r>
            <a:r>
              <a:rPr lang="en-US" altLang="ko-KR" dirty="0"/>
              <a:t>10</a:t>
            </a:r>
            <a:r>
              <a:rPr lang="ko-KR" altLang="en-US" dirty="0"/>
              <a:t>번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for</a:t>
            </a:r>
            <a:r>
              <a:rPr lang="ko-KR" altLang="en-US" dirty="0"/>
              <a:t>문을 이용하여 다음과 같이 번호를 붙여 자신의 이름을 </a:t>
            </a:r>
            <a:r>
              <a:rPr lang="en-US" altLang="ko-KR" dirty="0"/>
              <a:t>10</a:t>
            </a:r>
            <a:r>
              <a:rPr lang="ko-KR" altLang="en-US" dirty="0"/>
              <a:t>번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for</a:t>
            </a:r>
            <a:r>
              <a:rPr lang="ko-KR" altLang="en-US" dirty="0"/>
              <a:t>문을 이용하여 다음과 같이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dirty="0"/>
              <a:t>까지의 숫자 중 </a:t>
            </a:r>
            <a:r>
              <a:rPr lang="en-US" altLang="ko-KR" dirty="0"/>
              <a:t>2</a:t>
            </a:r>
            <a:r>
              <a:rPr lang="ko-KR" altLang="en-US" dirty="0"/>
              <a:t>씩 증가시키며 자신의 이름을 </a:t>
            </a:r>
            <a:r>
              <a:rPr lang="en-US" altLang="ko-KR" dirty="0"/>
              <a:t>5</a:t>
            </a:r>
            <a:r>
              <a:rPr lang="ko-KR" altLang="en-US" dirty="0"/>
              <a:t>번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ACE9C5-37A6-84C9-25EF-8F4C4D0FFBCE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AF4878-8024-6B67-D2F8-D91195D7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87" y="1813287"/>
            <a:ext cx="602022" cy="16980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EEA2E1-D185-7549-8C9B-D381B25D7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90" t="30715" r="45378" b="2123"/>
          <a:stretch>
            <a:fillRect/>
          </a:stretch>
        </p:blipFill>
        <p:spPr>
          <a:xfrm>
            <a:off x="2282487" y="4701404"/>
            <a:ext cx="1486668" cy="16980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FB5AE8C-4BFA-B11A-8AC3-812BBDAF2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11" t="46583" r="44737"/>
          <a:stretch>
            <a:fillRect/>
          </a:stretch>
        </p:blipFill>
        <p:spPr>
          <a:xfrm>
            <a:off x="2204290" y="7589521"/>
            <a:ext cx="1486668" cy="90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2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1DF7-15FC-31A7-6831-EFDF7774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1750CF-8427-EE22-54DD-CBB23BF2BB41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for</a:t>
            </a:r>
            <a:r>
              <a:rPr lang="ko-KR" altLang="en-US" dirty="0"/>
              <a:t>문을 이용하여 다음과 같이 사용자로부터 반복 횟수를 입력 받아 그만큼 자신의 이름을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for</a:t>
            </a:r>
            <a:r>
              <a:rPr lang="ko-KR" altLang="en-US" dirty="0"/>
              <a:t>문과 </a:t>
            </a:r>
            <a:r>
              <a:rPr lang="en-US" altLang="ko-KR" dirty="0"/>
              <a:t>print ( </a:t>
            </a:r>
            <a:r>
              <a:rPr lang="en-US" altLang="ko-KR" dirty="0" err="1"/>
              <a:t>i</a:t>
            </a:r>
            <a:r>
              <a:rPr lang="en-US" altLang="ko-KR" dirty="0"/>
              <a:t> , end=" “ )</a:t>
            </a:r>
            <a:r>
              <a:rPr lang="ko-KR" altLang="en-US" dirty="0"/>
              <a:t>를 이용하여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20</a:t>
            </a:r>
            <a:r>
              <a:rPr lang="ko-KR" altLang="en-US" dirty="0"/>
              <a:t>까지의 홀수만 한 줄로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</a:t>
            </a:r>
            <a:r>
              <a:rPr lang="ko-KR" altLang="en-US" dirty="0"/>
              <a:t>정수를 입력 받아 </a:t>
            </a:r>
            <a:r>
              <a:rPr lang="en-US" altLang="ko-KR" dirty="0"/>
              <a:t>2</a:t>
            </a:r>
            <a:r>
              <a:rPr lang="ko-KR" altLang="en-US" dirty="0"/>
              <a:t>부터 입력된 수까지의 짝수를 한 줄로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7. for</a:t>
            </a:r>
            <a:r>
              <a:rPr lang="ko-KR" altLang="en-US" dirty="0"/>
              <a:t>문을 이용하여 </a:t>
            </a:r>
            <a:r>
              <a:rPr lang="en-US" altLang="ko-KR" dirty="0"/>
              <a:t>1</a:t>
            </a:r>
            <a:r>
              <a:rPr lang="ko-KR" altLang="en-US" dirty="0"/>
              <a:t>단 구구단을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C90C37-4829-A20C-B3D0-5E073A9B7FF7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08458F6-04CF-1E79-00A9-6F93EACEC210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6</a:t>
            </a:fld>
            <a:endParaRPr lang="ko-KR" altLang="en-US" sz="1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3F3B15A-BF47-80CA-FED9-33BEDECE25E5}"/>
              </a:ext>
            </a:extLst>
          </p:cNvPr>
          <p:cNvGrpSpPr/>
          <p:nvPr/>
        </p:nvGrpSpPr>
        <p:grpSpPr>
          <a:xfrm>
            <a:off x="2127050" y="1939172"/>
            <a:ext cx="1932886" cy="1138726"/>
            <a:chOff x="1651562" y="2146390"/>
            <a:chExt cx="2248214" cy="140037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1752D4D-8CB0-4F4B-5D79-8960BED94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1562" y="2146390"/>
              <a:ext cx="2248214" cy="53347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9694F97-ADE0-042C-6DAF-2FCC501C7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9571" y="2679864"/>
              <a:ext cx="1905266" cy="866896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391CEB2-6B43-581C-2748-E0B3C6534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050" y="4252875"/>
            <a:ext cx="2042614" cy="287243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69A5E9-F155-3531-C03A-5967BA81053A}"/>
              </a:ext>
            </a:extLst>
          </p:cNvPr>
          <p:cNvGrpSpPr/>
          <p:nvPr/>
        </p:nvGrpSpPr>
        <p:grpSpPr>
          <a:xfrm>
            <a:off x="2153767" y="5715095"/>
            <a:ext cx="2042614" cy="704926"/>
            <a:chOff x="2153767" y="5715095"/>
            <a:chExt cx="2486372" cy="83731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A4A5AC5-541F-F992-878D-5F002C3A2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69106" y="5715095"/>
              <a:ext cx="2210108" cy="51442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52E5BEA2-91BE-C50B-948B-93D298EB6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53767" y="6323773"/>
              <a:ext cx="2486372" cy="228632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41EF4771-2CDC-FD9B-E567-D02E0D179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4905" y="7331564"/>
            <a:ext cx="957745" cy="153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7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036B-826D-398C-E891-5BDF6308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72621992-B8D9-901B-7FFB-AF39AF169DBC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8. </a:t>
            </a:r>
            <a:r>
              <a:rPr lang="ko-KR" altLang="en-US" dirty="0"/>
              <a:t>정수를 입력 받아 입력된 단의 구구단을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9. </a:t>
            </a:r>
            <a:r>
              <a:rPr lang="ko-KR" altLang="en-US" dirty="0"/>
              <a:t>두 개의 정수를 입력 받아 작은 수부터 큰 수까지 차례로 출력하는 프로그램을</a:t>
            </a:r>
            <a:r>
              <a:rPr lang="en-US" altLang="ko-KR"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조건</a:t>
            </a:r>
            <a:r>
              <a:rPr lang="en-US" altLang="ko-KR" dirty="0"/>
              <a:t>] for</a:t>
            </a:r>
            <a:r>
              <a:rPr lang="ko-KR" altLang="en-US" dirty="0"/>
              <a:t>문은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r>
              <a:rPr lang="en-US" altLang="ko-KR" dirty="0"/>
              <a:t>, if </a:t>
            </a:r>
            <a:r>
              <a:rPr lang="ko-KR" altLang="en-US" dirty="0"/>
              <a:t>문 </a:t>
            </a:r>
            <a:r>
              <a:rPr lang="en-US" altLang="ko-KR" dirty="0"/>
              <a:t>1</a:t>
            </a:r>
            <a:r>
              <a:rPr lang="ko-KR" altLang="en-US" dirty="0"/>
              <a:t>개만 사용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 </a:t>
            </a:r>
            <a:r>
              <a:rPr lang="en-US" altLang="ko-KR" dirty="0"/>
              <a:t>1]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 </a:t>
            </a:r>
            <a:r>
              <a:rPr lang="en-US" altLang="ko-KR" dirty="0"/>
              <a:t>2]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C1DF44-5AD2-CC42-1BAD-A311BAC60F6C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/>
              <a:t>반복문</a:t>
            </a:r>
            <a:r>
              <a:rPr lang="ko-KR" altLang="en-US" sz="1200" dirty="0"/>
              <a:t> 이해하기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317C6D-BBD7-AA70-D4F4-6ADDDC38A995}"/>
              </a:ext>
            </a:extLst>
          </p:cNvPr>
          <p:cNvGrpSpPr/>
          <p:nvPr/>
        </p:nvGrpSpPr>
        <p:grpSpPr>
          <a:xfrm>
            <a:off x="2548815" y="2108761"/>
            <a:ext cx="1992806" cy="2207207"/>
            <a:chOff x="2204290" y="1733857"/>
            <a:chExt cx="2314898" cy="248619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D1CB9F4-4911-E808-7FAD-9AB7DEFC9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4290" y="1733857"/>
              <a:ext cx="2314898" cy="54300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C759732-75C3-CAC3-0F4D-E55FAB18D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5315" y="2362420"/>
              <a:ext cx="1295581" cy="1857634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E8AB27B-4424-B78F-FE42-782123E0DF1C}"/>
              </a:ext>
            </a:extLst>
          </p:cNvPr>
          <p:cNvGrpSpPr/>
          <p:nvPr/>
        </p:nvGrpSpPr>
        <p:grpSpPr>
          <a:xfrm>
            <a:off x="1615633" y="5888903"/>
            <a:ext cx="1885345" cy="681060"/>
            <a:chOff x="1852096" y="5445420"/>
            <a:chExt cx="2191056" cy="78115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421E25F-E90E-6061-5D3A-8B0C87415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2096" y="5445420"/>
              <a:ext cx="2191056" cy="52394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68C2EBF-9FC3-9580-CF49-46262709F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2096" y="5969368"/>
              <a:ext cx="1695687" cy="257211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A4410E6-45DF-E879-DC4A-2EBD12BF9051}"/>
              </a:ext>
            </a:extLst>
          </p:cNvPr>
          <p:cNvGrpSpPr/>
          <p:nvPr/>
        </p:nvGrpSpPr>
        <p:grpSpPr>
          <a:xfrm>
            <a:off x="1615633" y="7207237"/>
            <a:ext cx="1977959" cy="711409"/>
            <a:chOff x="1615633" y="7115855"/>
            <a:chExt cx="2295845" cy="828791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1F54CF7-DDED-2289-D7CB-E50032D0B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15633" y="7115855"/>
              <a:ext cx="2295845" cy="5811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40CB186-8395-C05B-6341-B8D3CDD6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15633" y="7696961"/>
              <a:ext cx="1600423" cy="247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443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02AE-9B93-5CAD-52F1-4BA401D6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4F7F7-5948-5F67-434A-55ED4471A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반복문을 이용한 합 구하기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AC3B800B-B50C-E880-C292-615E96EFE3A8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8</a:t>
            </a:fld>
            <a:endParaRPr lang="ko-KR" altLang="en-US" sz="1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6D431-43BA-AA7F-28E6-F55CF0FFB859}"/>
              </a:ext>
            </a:extLst>
          </p:cNvPr>
          <p:cNvSpPr txBox="1">
            <a:spLocks/>
          </p:cNvSpPr>
          <p:nvPr/>
        </p:nvSpPr>
        <p:spPr>
          <a:xfrm>
            <a:off x="806589" y="1257119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sum </a:t>
            </a:r>
            <a:r>
              <a:rPr lang="ko-KR" altLang="en-US" sz="1100" dirty="0"/>
              <a:t>구하기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4C75A5D-F71F-86D7-A3E2-2CB87D73532A}"/>
              </a:ext>
            </a:extLst>
          </p:cNvPr>
          <p:cNvSpPr txBox="1">
            <a:spLocks/>
          </p:cNvSpPr>
          <p:nvPr/>
        </p:nvSpPr>
        <p:spPr>
          <a:xfrm>
            <a:off x="1001567" y="1590755"/>
            <a:ext cx="4944798" cy="6783659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에서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10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사이의 있는 수의 합을 계산하세요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>
                <a:ea typeface="12LotteMartDreamMedium" panose="02020603020101020101" pitchFamily="18" charset="-127"/>
              </a:rPr>
              <a:t>1</a:t>
            </a:r>
            <a:r>
              <a:rPr lang="ko-KR" altLang="en-US" dirty="0">
                <a:ea typeface="12LotteMartDreamMedium" panose="02020603020101020101" pitchFamily="18" charset="-127"/>
              </a:rPr>
              <a:t>에서 </a:t>
            </a:r>
            <a:r>
              <a:rPr lang="en-US" altLang="ko-KR" dirty="0">
                <a:ea typeface="12LotteMartDreamMedium" panose="02020603020101020101" pitchFamily="18" charset="-127"/>
              </a:rPr>
              <a:t>10</a:t>
            </a:r>
            <a:r>
              <a:rPr lang="ko-KR" altLang="en-US" dirty="0">
                <a:ea typeface="12LotteMartDreamMedium" panose="02020603020101020101" pitchFamily="18" charset="-127"/>
              </a:rPr>
              <a:t>까지의 합을 구하기 위해 </a:t>
            </a:r>
            <a:r>
              <a:rPr lang="en-US" altLang="ko-KR" dirty="0">
                <a:ea typeface="12LotteMartDreamMedium" panose="02020603020101020101" pitchFamily="18" charset="-127"/>
              </a:rPr>
              <a:t>sum </a:t>
            </a:r>
            <a:r>
              <a:rPr lang="ko-KR" altLang="en-US" dirty="0">
                <a:ea typeface="12LotteMartDreamMedium" panose="02020603020101020101" pitchFamily="18" charset="-127"/>
              </a:rPr>
              <a:t>변수를 </a:t>
            </a:r>
            <a:r>
              <a:rPr lang="en-US" altLang="ko-KR" dirty="0">
                <a:ea typeface="12LotteMartDreamMedium" panose="02020603020101020101" pitchFamily="18" charset="-127"/>
              </a:rPr>
              <a:t>0</a:t>
            </a:r>
            <a:r>
              <a:rPr lang="ko-KR" altLang="en-US" dirty="0">
                <a:ea typeface="12LotteMartDreamMedium" panose="02020603020101020101" pitchFamily="18" charset="-127"/>
              </a:rPr>
              <a:t>으로 초기화하고 각 수를 차례대로 더해 나가는 과정을 반복한다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171450" indent="-171450">
              <a:buFontTx/>
              <a:buChar char="-"/>
            </a:pPr>
            <a:r>
              <a:rPr lang="en-US" altLang="ko-KR" dirty="0">
                <a:ea typeface="12LotteMartDreamMedium" panose="02020603020101020101" pitchFamily="18" charset="-127"/>
              </a:rPr>
              <a:t>sum = sum + </a:t>
            </a: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en-US" altLang="ko-KR" dirty="0">
                <a:ea typeface="12LotteMartDreamMedium" panose="02020603020101020101" pitchFamily="18" charset="-127"/>
              </a:rPr>
              <a:t> </a:t>
            </a:r>
            <a:r>
              <a:rPr lang="ko-KR" altLang="en-US" dirty="0">
                <a:ea typeface="12LotteMartDreamMedium" panose="02020603020101020101" pitchFamily="18" charset="-127"/>
              </a:rPr>
              <a:t>는 기존의 </a:t>
            </a:r>
            <a:r>
              <a:rPr lang="en-US" altLang="ko-KR" dirty="0">
                <a:ea typeface="12LotteMartDreamMedium" panose="02020603020101020101" pitchFamily="18" charset="-127"/>
              </a:rPr>
              <a:t>sum </a:t>
            </a:r>
            <a:r>
              <a:rPr lang="ko-KR" altLang="en-US" dirty="0">
                <a:ea typeface="12LotteMartDreamMedium" panose="02020603020101020101" pitchFamily="18" charset="-127"/>
              </a:rPr>
              <a:t>값에 </a:t>
            </a:r>
            <a:r>
              <a:rPr lang="en-US" altLang="ko-KR" dirty="0" err="1">
                <a:ea typeface="12LotteMartDreamMedium" panose="02020603020101020101" pitchFamily="18" charset="-127"/>
              </a:rPr>
              <a:t>i</a:t>
            </a:r>
            <a:r>
              <a:rPr lang="ko-KR" altLang="en-US" dirty="0">
                <a:ea typeface="12LotteMartDreamMedium" panose="02020603020101020101" pitchFamily="18" charset="-127"/>
              </a:rPr>
              <a:t>를 더해 갱신</a:t>
            </a:r>
            <a:r>
              <a:rPr lang="en-US" altLang="ko-KR" dirty="0">
                <a:ea typeface="12LotteMartDreamMedium" panose="02020603020101020101" pitchFamily="18" charset="-127"/>
              </a:rPr>
              <a:t>(</a:t>
            </a:r>
            <a:r>
              <a:rPr lang="ko-KR" altLang="en-US" dirty="0">
                <a:ea typeface="12LotteMartDreamMedium" panose="02020603020101020101" pitchFamily="18" charset="-127"/>
              </a:rPr>
              <a:t>누적</a:t>
            </a:r>
            <a:r>
              <a:rPr lang="en-US" altLang="ko-KR" dirty="0">
                <a:ea typeface="12LotteMartDreamMedium" panose="02020603020101020101" pitchFamily="18" charset="-127"/>
              </a:rPr>
              <a:t>)</a:t>
            </a:r>
            <a:r>
              <a:rPr lang="ko-KR" altLang="en-US" dirty="0">
                <a:ea typeface="12LotteMartDreamMedium" panose="02020603020101020101" pitchFamily="18" charset="-127"/>
              </a:rPr>
              <a:t>하는 연산을 의미한다</a:t>
            </a:r>
            <a:r>
              <a:rPr lang="en-US" altLang="ko-KR" dirty="0">
                <a:ea typeface="12LotteMartDreamMedium" panose="02020603020101020101" pitchFamily="18" charset="-127"/>
              </a:rPr>
              <a:t>. </a:t>
            </a:r>
            <a:r>
              <a:rPr lang="ko-KR" altLang="en-US" dirty="0">
                <a:ea typeface="12LotteMartDreamMedium" panose="02020603020101020101" pitchFamily="18" charset="-127"/>
              </a:rPr>
              <a:t>이를 </a:t>
            </a:r>
            <a:r>
              <a:rPr lang="ko-KR" altLang="en-US" dirty="0" err="1">
                <a:ea typeface="12LotteMartDreamMedium" panose="02020603020101020101" pitchFamily="18" charset="-127"/>
              </a:rPr>
              <a:t>누적합</a:t>
            </a:r>
            <a:r>
              <a:rPr lang="en-US" altLang="ko-KR" dirty="0">
                <a:ea typeface="12LotteMartDreamMedium" panose="02020603020101020101" pitchFamily="18" charset="-127"/>
              </a:rPr>
              <a:t>(accumulation)</a:t>
            </a:r>
            <a:r>
              <a:rPr lang="ko-KR" altLang="en-US" dirty="0">
                <a:ea typeface="12LotteMartDreamMedium" panose="02020603020101020101" pitchFamily="18" charset="-127"/>
              </a:rPr>
              <a:t>이라고 한다</a:t>
            </a:r>
            <a:r>
              <a:rPr lang="en-US" altLang="ko-KR" dirty="0"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endParaRPr lang="en-US" altLang="ko-KR" dirty="0"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b="1" dirty="0">
                <a:ea typeface="12LotteMartDreamMedium" panose="02020603020101020101" pitchFamily="18" charset="-127"/>
              </a:rPr>
              <a:t>※ </a:t>
            </a:r>
            <a:r>
              <a:rPr lang="ko-KR" altLang="en-US" b="1" dirty="0">
                <a:ea typeface="12LotteMartDreamMedium" panose="02020603020101020101" pitchFamily="18" charset="-127"/>
              </a:rPr>
              <a:t>합을 구하는 문제의 경우 꼭 기억해야 할 점</a:t>
            </a:r>
            <a:endParaRPr lang="en-US" altLang="ko-KR" b="1" dirty="0">
              <a:ea typeface="12LotteMartDreamMedium" panose="02020603020101020101" pitchFamily="18" charset="-127"/>
            </a:endParaRPr>
          </a:p>
          <a:p>
            <a:pPr marL="285750" lvl="1" indent="-171450">
              <a:buFont typeface="Arial" panose="020B0604020202020204" pitchFamily="34" charset="0"/>
              <a:buChar char="•"/>
            </a:pPr>
            <a:r>
              <a:rPr lang="en-US" altLang="ko-KR" b="1" dirty="0">
                <a:ea typeface="12LotteMartDreamMedium" panose="02020603020101020101" pitchFamily="18" charset="-127"/>
              </a:rPr>
              <a:t> </a:t>
            </a:r>
            <a:r>
              <a:rPr lang="ko-KR" altLang="en-US" b="1" dirty="0">
                <a:ea typeface="12LotteMartDreamMedium" panose="02020603020101020101" pitchFamily="18" charset="-127"/>
              </a:rPr>
              <a:t>반드시 </a:t>
            </a:r>
            <a:r>
              <a:rPr lang="en-US" altLang="ko-KR" sz="1100" b="1" dirty="0">
                <a:solidFill>
                  <a:srgbClr val="FF0000"/>
                </a:solidFill>
                <a:ea typeface="12LotteMartDreamMedium" panose="02020603020101020101" pitchFamily="18" charset="-127"/>
              </a:rPr>
              <a:t>sum = 0 </a:t>
            </a:r>
            <a:r>
              <a:rPr lang="ko-KR" altLang="en-US" b="1" dirty="0">
                <a:ea typeface="12LotteMartDreamMedium" panose="02020603020101020101" pitchFamily="18" charset="-127"/>
              </a:rPr>
              <a:t>으로 초기화해야 한다</a:t>
            </a:r>
            <a:r>
              <a:rPr lang="en-US" altLang="ko-KR" b="1" dirty="0">
                <a:ea typeface="12LotteMartDreamMedium" panose="02020603020101020101" pitchFamily="18" charset="-127"/>
              </a:rPr>
              <a:t>!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AD77AEA-DC83-4B41-25FF-FC3483CF1F2B}"/>
              </a:ext>
            </a:extLst>
          </p:cNvPr>
          <p:cNvGrpSpPr/>
          <p:nvPr/>
        </p:nvGrpSpPr>
        <p:grpSpPr>
          <a:xfrm>
            <a:off x="1234546" y="2659895"/>
            <a:ext cx="4647696" cy="1864529"/>
            <a:chOff x="1364086" y="2465328"/>
            <a:chExt cx="4647696" cy="186452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96C58C1-F577-8279-DBE6-96FE77669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561746" y="2465328"/>
              <a:ext cx="3045409" cy="102245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DCB15FA-1A69-2F87-ADAA-8000F0ABA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r="18967"/>
            <a:stretch>
              <a:fillRect/>
            </a:stretch>
          </p:blipFill>
          <p:spPr>
            <a:xfrm>
              <a:off x="1364086" y="3024401"/>
              <a:ext cx="4647696" cy="130545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F18550-1B37-2707-AEF9-7DF3D555C06A}"/>
                </a:ext>
              </a:extLst>
            </p:cNvPr>
            <p:cNvSpPr txBox="1"/>
            <p:nvPr/>
          </p:nvSpPr>
          <p:spPr>
            <a:xfrm>
              <a:off x="3687934" y="3415411"/>
              <a:ext cx="174783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09728" lvl="0">
                <a:spcBef>
                  <a:spcPts val="400"/>
                </a:spcBef>
                <a:buClr>
                  <a:srgbClr val="2DA2BF"/>
                </a:buClr>
                <a:buSzPct val="68000"/>
              </a:pPr>
              <a:r>
                <a:rPr lang="en-US" altLang="ko-KR" sz="1300" dirty="0">
                  <a:solidFill>
                    <a:srgbClr val="0070C0"/>
                  </a:solidFill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sum = </a:t>
              </a:r>
              <a:r>
                <a:rPr lang="en-US" altLang="ko-KR" sz="1300" dirty="0" err="1">
                  <a:solidFill>
                    <a:srgbClr val="0070C0"/>
                  </a:solidFill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sum+i</a:t>
              </a:r>
              <a:endParaRPr lang="en-US" altLang="ko-KR" sz="1300" dirty="0">
                <a:solidFill>
                  <a:srgbClr val="0070C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05B04F3B-4BDF-A576-8652-A4BD8CFFE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942" y="5533728"/>
            <a:ext cx="1975412" cy="9117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8F5BF0F-5422-6EEA-19C3-7B86E8F6F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9514" y="7004110"/>
            <a:ext cx="1278209" cy="24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2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A8EFD-A01D-B1E9-4A51-E1A590926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90A900F4-26F0-9742-22EE-4A8BF09DD3BD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1. 2</a:t>
            </a:r>
            <a:r>
              <a:rPr lang="ko-KR" altLang="en-US" dirty="0"/>
              <a:t>부터 </a:t>
            </a:r>
            <a:r>
              <a:rPr lang="en-US" altLang="ko-KR" dirty="0"/>
              <a:t>20</a:t>
            </a:r>
            <a:r>
              <a:rPr lang="ko-KR" altLang="en-US" dirty="0"/>
              <a:t>까지의 짝수를 모두 더한 합을 구하는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정수를 입력 받아 입력 받은 횟수만큼 “파이썬 </a:t>
            </a:r>
            <a:r>
              <a:rPr lang="ko-KR" altLang="en-US" dirty="0" err="1"/>
              <a:t>프로그래밍”을</a:t>
            </a:r>
            <a:r>
              <a:rPr lang="ko-KR" altLang="en-US" dirty="0"/>
              <a:t>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자연수를 입력 받아</a:t>
            </a:r>
            <a:r>
              <a:rPr lang="en-US" altLang="ko-KR" dirty="0"/>
              <a:t>, </a:t>
            </a:r>
            <a:r>
              <a:rPr lang="ko-KR" altLang="en-US" dirty="0"/>
              <a:t>그 수부터 </a:t>
            </a:r>
            <a:r>
              <a:rPr lang="en-US" altLang="ko-KR" dirty="0"/>
              <a:t>100</a:t>
            </a:r>
            <a:r>
              <a:rPr lang="ko-KR" altLang="en-US" dirty="0"/>
              <a:t>까지의 합을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입〮 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B90D259-1CBA-868A-4188-DB82B1B2F81F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A048D4-B4C0-0F1E-0395-71C33E79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516" y="2029248"/>
            <a:ext cx="1457528" cy="28579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7B23EC98-B572-6DB1-BEB3-61F086C78588}"/>
              </a:ext>
            </a:extLst>
          </p:cNvPr>
          <p:cNvGrpSpPr/>
          <p:nvPr/>
        </p:nvGrpSpPr>
        <p:grpSpPr>
          <a:xfrm>
            <a:off x="1655379" y="3636478"/>
            <a:ext cx="2021593" cy="1477640"/>
            <a:chOff x="1690516" y="3972144"/>
            <a:chExt cx="2021593" cy="147764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2A853B9-6681-ABEA-11F8-63FA4B477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0516" y="3972144"/>
              <a:ext cx="2021593" cy="52058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423CD9B-45F0-FC33-FEB0-B311A867D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2525" y="4548751"/>
              <a:ext cx="1312030" cy="901033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067DC04-C3CB-E0FB-B767-ED95B9E2941F}"/>
              </a:ext>
            </a:extLst>
          </p:cNvPr>
          <p:cNvGrpSpPr/>
          <p:nvPr/>
        </p:nvGrpSpPr>
        <p:grpSpPr>
          <a:xfrm>
            <a:off x="1697387" y="6520435"/>
            <a:ext cx="1867615" cy="784366"/>
            <a:chOff x="1690515" y="6843350"/>
            <a:chExt cx="2052199" cy="80137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99BE1C9-10AF-2FCA-5289-09C316304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90515" y="6843350"/>
              <a:ext cx="2052199" cy="48553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0834DEE-0C20-9D65-2A1B-5EF8685C8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32525" y="7387513"/>
              <a:ext cx="1590897" cy="257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4981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2192-B663-7C79-07C0-FB051BCE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D06D2-D82F-0542-8553-F6B1AC558870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자연수를 입력 받아서</a:t>
            </a:r>
            <a:r>
              <a:rPr lang="en-US" altLang="ko-KR" dirty="0"/>
              <a:t>,1</a:t>
            </a:r>
            <a:r>
              <a:rPr lang="ko-KR" altLang="en-US" dirty="0"/>
              <a:t>부터 입력 받은 수까지의 합을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입력 받아</a:t>
            </a:r>
            <a:r>
              <a:rPr lang="en-US" altLang="ko-KR" dirty="0"/>
              <a:t>,</a:t>
            </a:r>
            <a:r>
              <a:rPr lang="ko-KR" altLang="en-US" dirty="0"/>
              <a:t>아래와 같이 “</a:t>
            </a:r>
            <a:r>
              <a:rPr lang="en-US" altLang="ko-KR" dirty="0"/>
              <a:t>CODING”</a:t>
            </a:r>
            <a:r>
              <a:rPr lang="ko-KR" altLang="en-US" dirty="0"/>
              <a:t>을 </a:t>
            </a:r>
            <a:r>
              <a:rPr lang="en-US" altLang="ko-KR" dirty="0"/>
              <a:t>n</a:t>
            </a:r>
            <a:r>
              <a:rPr lang="ko-KR" altLang="en-US" dirty="0"/>
              <a:t>번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6. 1</a:t>
            </a:r>
            <a:r>
              <a:rPr lang="ko-KR" altLang="en-US" dirty="0"/>
              <a:t>부터 </a:t>
            </a:r>
            <a:r>
              <a:rPr lang="en-US" altLang="ko-KR" dirty="0"/>
              <a:t>19</a:t>
            </a:r>
            <a:r>
              <a:rPr lang="ko-KR" altLang="en-US" dirty="0"/>
              <a:t>까지의 홀수만 더한 합을 구해</a:t>
            </a:r>
            <a:r>
              <a:rPr lang="en-US" altLang="ko-KR" dirty="0"/>
              <a:t> </a:t>
            </a:r>
            <a:r>
              <a:rPr lang="ko-KR" altLang="en-US" dirty="0"/>
              <a:t>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                  </a:t>
            </a:r>
          </a:p>
          <a:p>
            <a:pPr marL="0" indent="0">
              <a:buNone/>
            </a:pPr>
            <a:r>
              <a:rPr lang="en-US" altLang="ko-KR" dirty="0"/>
              <a:t>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150FB8-A1E1-2B0F-4B44-1F6319457C3F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FC8E177-9B33-F2EC-B78B-BD22E333A69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10</a:t>
            </a:fld>
            <a:endParaRPr lang="ko-KR" alt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DD836B2-CEC5-32C7-3C90-70FEE09A0598}"/>
              </a:ext>
            </a:extLst>
          </p:cNvPr>
          <p:cNvGrpSpPr/>
          <p:nvPr/>
        </p:nvGrpSpPr>
        <p:grpSpPr>
          <a:xfrm>
            <a:off x="1372165" y="2222685"/>
            <a:ext cx="2022635" cy="703395"/>
            <a:chOff x="1532095" y="2245834"/>
            <a:chExt cx="2191056" cy="74305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B15D2F6-A7E4-AF9C-2BFA-1F12E7B6E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2095" y="2245834"/>
              <a:ext cx="2191056" cy="52394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658A8A-DA34-5030-ECB4-532DBA124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3644" y="2769782"/>
              <a:ext cx="1609950" cy="21910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364738B-91FA-A6E3-FDE3-D94887AEC4A7}"/>
              </a:ext>
            </a:extLst>
          </p:cNvPr>
          <p:cNvGrpSpPr/>
          <p:nvPr/>
        </p:nvGrpSpPr>
        <p:grpSpPr>
          <a:xfrm>
            <a:off x="1361892" y="4364001"/>
            <a:ext cx="2032908" cy="1961869"/>
            <a:chOff x="1361891" y="4364001"/>
            <a:chExt cx="2172751" cy="204133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42A0BBC-FF9F-85E8-197F-F9F1AEA3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2165" y="4364001"/>
              <a:ext cx="2162477" cy="52394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7B9AD23-E17B-1968-3CA1-830AAC128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1891" y="4938283"/>
              <a:ext cx="1609950" cy="1467055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6D261453-D3B4-2523-9C48-B1FDD28C6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752" y="7892955"/>
            <a:ext cx="1291659" cy="31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1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CE86-9D0F-A3FA-28D5-460713FB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ACE8B29-850E-6CCD-340C-E4A37678C680}"/>
              </a:ext>
            </a:extLst>
          </p:cNvPr>
          <p:cNvSpPr txBox="1">
            <a:spLocks/>
          </p:cNvSpPr>
          <p:nvPr/>
        </p:nvSpPr>
        <p:spPr>
          <a:xfrm>
            <a:off x="1009677" y="1359546"/>
            <a:ext cx="5071083" cy="7464413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7. </a:t>
            </a:r>
            <a:r>
              <a:rPr lang="ko-KR" altLang="en-US" dirty="0"/>
              <a:t>자연수 </a:t>
            </a:r>
            <a:r>
              <a:rPr lang="en-US" altLang="ko-KR" dirty="0"/>
              <a:t>n</a:t>
            </a:r>
            <a:r>
              <a:rPr lang="ko-KR" altLang="en-US" dirty="0"/>
              <a:t>을 </a:t>
            </a:r>
            <a:r>
              <a:rPr lang="ko-KR" altLang="en-US" dirty="0" err="1"/>
              <a:t>입력받아</a:t>
            </a:r>
            <a:r>
              <a:rPr lang="en-US" altLang="ko-KR" dirty="0"/>
              <a:t>, 1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까지의 합을 구하는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8. 1</a:t>
            </a:r>
            <a:r>
              <a:rPr lang="ko-KR" altLang="en-US" dirty="0"/>
              <a:t>부터 </a:t>
            </a:r>
            <a:r>
              <a:rPr lang="en-US" altLang="ko-KR" dirty="0"/>
              <a:t>100</a:t>
            </a:r>
            <a:r>
              <a:rPr lang="ko-KR" altLang="en-US" dirty="0"/>
              <a:t>까지 중 </a:t>
            </a:r>
            <a:r>
              <a:rPr lang="en-US" altLang="ko-KR" dirty="0"/>
              <a:t>5</a:t>
            </a:r>
            <a:r>
              <a:rPr lang="ko-KR" altLang="en-US" dirty="0"/>
              <a:t>의 배수만 골라서 더하는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9. 1² + 2² + 3² + ... + 10²</a:t>
            </a:r>
            <a:r>
              <a:rPr lang="ko-KR" altLang="en-US" dirty="0"/>
              <a:t>의 결과를 구하는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10. </a:t>
            </a:r>
            <a:r>
              <a:rPr lang="ko-KR" altLang="en-US" dirty="0"/>
              <a:t>사용자로부터 두 개의 수를 입력 받아</a:t>
            </a:r>
            <a:r>
              <a:rPr lang="en-US" altLang="ko-KR" dirty="0"/>
              <a:t>, </a:t>
            </a:r>
            <a:r>
              <a:rPr lang="ko-KR" altLang="en-US" dirty="0"/>
              <a:t>그 사이의 합을 구하세요</a:t>
            </a:r>
            <a:r>
              <a:rPr lang="en-US" altLang="ko-KR" dirty="0"/>
              <a:t>.(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작은 수부터 큰 수까지 더하도록 합니다</a:t>
            </a:r>
            <a:r>
              <a:rPr lang="en-US" altLang="ko-KR" dirty="0"/>
              <a:t>.).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FDB126C-F661-F3F8-2378-CEE37653BC60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371120E-8D5E-01D4-EF9A-A581C114D11D}"/>
              </a:ext>
            </a:extLst>
          </p:cNvPr>
          <p:cNvGrpSpPr/>
          <p:nvPr/>
        </p:nvGrpSpPr>
        <p:grpSpPr>
          <a:xfrm>
            <a:off x="1643067" y="2133565"/>
            <a:ext cx="1821494" cy="721396"/>
            <a:chOff x="1622746" y="2133564"/>
            <a:chExt cx="2048161" cy="7873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33BADDA-2D86-292B-00F9-8A4D03DF1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2746" y="2133564"/>
              <a:ext cx="1981355" cy="45723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79762EC-5958-48A2-82F3-F91D47B5E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2746" y="2635139"/>
              <a:ext cx="2048161" cy="285790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49069DEA-2E2E-0CA7-6276-83835FCA1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68" y="4112026"/>
            <a:ext cx="1762080" cy="2430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3539972-E61D-BBD7-3749-C8D6BACA8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067" y="5746416"/>
            <a:ext cx="1445573" cy="20651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59AB2112-C52C-3382-DEBB-542FE24388C5}"/>
              </a:ext>
            </a:extLst>
          </p:cNvPr>
          <p:cNvGrpSpPr/>
          <p:nvPr/>
        </p:nvGrpSpPr>
        <p:grpSpPr>
          <a:xfrm>
            <a:off x="1643067" y="7285326"/>
            <a:ext cx="1994213" cy="1043279"/>
            <a:chOff x="1643067" y="7239541"/>
            <a:chExt cx="2308541" cy="124085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4BFC133-959B-801C-35DD-2C25D39DA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43067" y="7239541"/>
              <a:ext cx="2257740" cy="495369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A05307BC-2356-B1D9-D67B-B4F07B580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93868" y="7734910"/>
              <a:ext cx="2257740" cy="48584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E0FF231-EFF5-FB7D-B6A2-2D88B07BD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72279" y="8270820"/>
              <a:ext cx="2219635" cy="2095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920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921A1-E828-9AEB-5B8B-65A31F72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DA342-AE92-DA2B-2C52-2CAAF1AE631D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1. 5</a:t>
            </a:r>
            <a:r>
              <a:rPr lang="ko-KR" altLang="en-US" dirty="0"/>
              <a:t>명의 성적을 </a:t>
            </a:r>
            <a:r>
              <a:rPr lang="ko-KR" altLang="en-US" dirty="0" err="1"/>
              <a:t>입력받아</a:t>
            </a:r>
            <a:r>
              <a:rPr lang="ko-KR" altLang="en-US" dirty="0"/>
              <a:t> 총점과 평균을 구하여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 </a:t>
            </a:r>
            <a:r>
              <a:rPr lang="en-US" altLang="ko-KR" dirty="0"/>
              <a:t>]                                                   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2. 10 </a:t>
            </a:r>
            <a:r>
              <a:rPr lang="ko-KR" altLang="en-US" dirty="0"/>
              <a:t>이하의 과목 수 </a:t>
            </a:r>
            <a:r>
              <a:rPr lang="en-US" altLang="ko-KR" dirty="0"/>
              <a:t>n</a:t>
            </a:r>
            <a:r>
              <a:rPr lang="ko-KR" altLang="en-US" dirty="0"/>
              <a:t>을 입력 받은 후</a:t>
            </a:r>
            <a:r>
              <a:rPr lang="en-US" altLang="ko-KR" dirty="0"/>
              <a:t>, </a:t>
            </a:r>
            <a:r>
              <a:rPr lang="ko-KR" altLang="en-US" dirty="0"/>
              <a:t>각 과목 점수를 입력 받아 평균을 계산하고 </a:t>
            </a:r>
            <a:r>
              <a:rPr lang="en-US" altLang="ko-KR" dirty="0"/>
              <a:t>80</a:t>
            </a:r>
            <a:r>
              <a:rPr lang="ko-KR" altLang="en-US" dirty="0"/>
              <a:t>점 이상이면 </a:t>
            </a:r>
            <a:r>
              <a:rPr lang="en-US" altLang="ko-KR" dirty="0"/>
              <a:t>pass, </a:t>
            </a:r>
            <a:r>
              <a:rPr lang="ko-KR" altLang="en-US" dirty="0"/>
              <a:t>아니면 </a:t>
            </a:r>
            <a:r>
              <a:rPr lang="en-US" altLang="ko-KR" dirty="0"/>
              <a:t>fail</a:t>
            </a:r>
            <a:r>
              <a:rPr lang="ko-KR" altLang="en-US" dirty="0"/>
              <a:t>을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 </a:t>
            </a:r>
            <a:r>
              <a:rPr lang="en-US" altLang="ko-KR" dirty="0"/>
              <a:t>]                                                            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3. </a:t>
            </a:r>
            <a:r>
              <a:rPr lang="ko-KR" altLang="en-US" dirty="0"/>
              <a:t>정수 </a:t>
            </a:r>
            <a:r>
              <a:rPr lang="en-US" altLang="ko-KR" dirty="0"/>
              <a:t>n</a:t>
            </a:r>
            <a:r>
              <a:rPr lang="ko-KR" altLang="en-US" dirty="0"/>
              <a:t>을 입력 받아 </a:t>
            </a:r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n</a:t>
            </a:r>
            <a:r>
              <a:rPr lang="ko-KR" altLang="en-US" dirty="0"/>
              <a:t>까지의 </a:t>
            </a:r>
            <a:r>
              <a:rPr lang="en-US" altLang="ko-KR" dirty="0"/>
              <a:t>5</a:t>
            </a:r>
            <a:r>
              <a:rPr lang="ko-KR" altLang="en-US" dirty="0"/>
              <a:t>의 배수의 합을 구하여 출력하는 프로그램을 작성하세요</a:t>
            </a:r>
            <a:r>
              <a:rPr lang="en-US" altLang="ko-KR" dirty="0"/>
              <a:t>.(n</a:t>
            </a:r>
            <a:r>
              <a:rPr lang="ko-KR" altLang="en-US" dirty="0"/>
              <a:t>이</a:t>
            </a:r>
            <a:r>
              <a:rPr lang="en-US" altLang="ko-KR" dirty="0"/>
              <a:t> 5</a:t>
            </a:r>
            <a:r>
              <a:rPr lang="ko-KR" altLang="en-US" dirty="0"/>
              <a:t>의 배수 </a:t>
            </a:r>
            <a:r>
              <a:rPr lang="en-US" altLang="ko-KR" dirty="0"/>
              <a:t>: n % 5 == 0)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 err="1"/>
              <a:t>입〮출력</a:t>
            </a:r>
            <a:r>
              <a:rPr lang="ko-KR" altLang="en-US" dirty="0"/>
              <a:t>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68CD1EE-0767-F198-6959-7FB05D91664D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D593FDD-705B-544C-6D7A-9FFE902B03D5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12</a:t>
            </a:fld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DFC719-6BDE-7CE8-1BC9-AABB39D7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3" y="2261868"/>
            <a:ext cx="2727932" cy="9811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181D2C-7913-74F7-F3D2-93B950E54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593" y="2212180"/>
            <a:ext cx="1424283" cy="40326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E852D6B4-7835-3BDA-3B40-C8FA7C765D95}"/>
              </a:ext>
            </a:extLst>
          </p:cNvPr>
          <p:cNvGrpSpPr/>
          <p:nvPr/>
        </p:nvGrpSpPr>
        <p:grpSpPr>
          <a:xfrm>
            <a:off x="1084853" y="4682754"/>
            <a:ext cx="3204794" cy="1351401"/>
            <a:chOff x="1245286" y="5036423"/>
            <a:chExt cx="3877216" cy="169705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E765966-989D-5CFA-3FEA-83C56B2F9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65606" y="5036423"/>
              <a:ext cx="2600688" cy="523948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70B466C-02E2-EE9D-515B-BD54D8832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5286" y="5657005"/>
              <a:ext cx="3877216" cy="1076475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89227C0-7F88-3E0B-2D29-C7710B5E21C4}"/>
              </a:ext>
            </a:extLst>
          </p:cNvPr>
          <p:cNvGrpSpPr/>
          <p:nvPr/>
        </p:nvGrpSpPr>
        <p:grpSpPr>
          <a:xfrm>
            <a:off x="1447962" y="7691347"/>
            <a:ext cx="1818532" cy="583313"/>
            <a:chOff x="2388619" y="8081532"/>
            <a:chExt cx="2172003" cy="714474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CC1BE0FB-C023-A2A9-A65D-13FCDFB64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88619" y="8081532"/>
              <a:ext cx="2172003" cy="504895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4AE78169-338A-FF32-2D4B-8B05F4177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9059" y="8586427"/>
              <a:ext cx="1238423" cy="209579"/>
            </a:xfrm>
            <a:prstGeom prst="rect">
              <a:avLst/>
            </a:prstGeom>
          </p:spPr>
        </p:pic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39BC39DF-E501-6DC6-AC0E-84A7F39655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0315" y="4735855"/>
            <a:ext cx="1275618" cy="36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5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F23A-70EE-E8B1-BE63-0436C332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6D612C51-E55C-C1DE-4455-14B4954AB66A}"/>
              </a:ext>
            </a:extLst>
          </p:cNvPr>
          <p:cNvSpPr txBox="1">
            <a:spLocks/>
          </p:cNvSpPr>
          <p:nvPr/>
        </p:nvSpPr>
        <p:spPr>
          <a:xfrm>
            <a:off x="1009678" y="1359547"/>
            <a:ext cx="5057748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7. 10</a:t>
            </a:r>
            <a:r>
              <a:rPr lang="ko-KR" altLang="en-US" dirty="0"/>
              <a:t>개의 정수를 입력 받아</a:t>
            </a:r>
            <a:r>
              <a:rPr lang="en-US" altLang="ko-KR" dirty="0"/>
              <a:t>, </a:t>
            </a:r>
            <a:r>
              <a:rPr lang="ko-KR" altLang="en-US" dirty="0"/>
              <a:t>그 중에서 </a:t>
            </a:r>
            <a:r>
              <a:rPr lang="en-US" altLang="ko-KR" dirty="0"/>
              <a:t>3</a:t>
            </a:r>
            <a:r>
              <a:rPr lang="ko-KR" altLang="en-US" dirty="0"/>
              <a:t>의 배수 개수와 </a:t>
            </a:r>
            <a:r>
              <a:rPr lang="en-US" altLang="ko-KR" dirty="0"/>
              <a:t>5</a:t>
            </a:r>
            <a:r>
              <a:rPr lang="ko-KR" altLang="en-US" dirty="0"/>
              <a:t>의 배수 개수를 각각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 </a:t>
            </a:r>
            <a:r>
              <a:rPr lang="en-US" altLang="ko-KR" dirty="0"/>
              <a:t>]                                                      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심화 문제 </a:t>
            </a:r>
            <a:r>
              <a:rPr lang="en-US" altLang="ko-KR" dirty="0"/>
              <a:t>8. </a:t>
            </a:r>
            <a:r>
              <a:rPr lang="ko-KR" altLang="en-US" dirty="0"/>
              <a:t>두 정수 </a:t>
            </a:r>
            <a:r>
              <a:rPr lang="en-US" altLang="ko-KR" dirty="0"/>
              <a:t>a, b</a:t>
            </a:r>
            <a:r>
              <a:rPr lang="ko-KR" altLang="en-US" dirty="0"/>
              <a:t>를 </a:t>
            </a:r>
            <a:r>
              <a:rPr lang="ko-KR" altLang="en-US" dirty="0" err="1"/>
              <a:t>입력받아그</a:t>
            </a:r>
            <a:r>
              <a:rPr lang="ko-KR" altLang="en-US" dirty="0"/>
              <a:t> 사이의 짝수의 합과 홀수의 합을 각각 구하여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 </a:t>
            </a:r>
            <a:r>
              <a:rPr lang="en-US" altLang="ko-KR" dirty="0"/>
              <a:t>]                                             [</a:t>
            </a:r>
            <a:r>
              <a:rPr lang="ko-KR" altLang="en-US" dirty="0"/>
              <a:t>출력 결과 예시 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FD20DE-0C0E-F19D-B8A2-60616F14F513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심화 문제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E6EC8CB-5D9E-CDF3-FC69-3D84203DE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05" y="2261826"/>
            <a:ext cx="2639692" cy="181112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33CF1CF3-FEBD-7F2D-D95F-25890A1F1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27" y="2232156"/>
            <a:ext cx="1277494" cy="37353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F1341F5-BF0A-E640-6467-2EAFB446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95"/>
          <a:stretch>
            <a:fillRect/>
          </a:stretch>
        </p:blipFill>
        <p:spPr>
          <a:xfrm>
            <a:off x="1337605" y="5486399"/>
            <a:ext cx="2205695" cy="34102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4F7E76B8-D0AD-0FE2-B9D2-9873C8E3F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387" y="5486399"/>
            <a:ext cx="1109613" cy="3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4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FCE0-B461-A6A1-9633-94922354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8FA30-0399-3BA6-98C1-B9111AC7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344" y="913776"/>
            <a:ext cx="3738771" cy="338272"/>
          </a:xfrm>
        </p:spPr>
        <p:txBody>
          <a:bodyPr>
            <a:normAutofit/>
          </a:bodyPr>
          <a:lstStyle/>
          <a:p>
            <a:r>
              <a:rPr lang="ko-KR" altLang="en-US" sz="1200" dirty="0"/>
              <a:t>최대</a:t>
            </a:r>
            <a:r>
              <a:rPr lang="en-US" altLang="ko-KR" sz="1200" dirty="0"/>
              <a:t>&amp;</a:t>
            </a:r>
            <a:r>
              <a:rPr lang="ko-KR" altLang="en-US" sz="1200" dirty="0"/>
              <a:t>최소값 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0FBEE1-0040-3CD5-CDED-5C1689B2A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112" y="1426916"/>
            <a:ext cx="4555725" cy="4966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/>
              <a:t>최대값 구하기</a:t>
            </a:r>
            <a:r>
              <a:rPr lang="en-US" altLang="ko-KR" sz="1100" dirty="0"/>
              <a:t>[max]</a:t>
            </a:r>
            <a:endParaRPr lang="ko-KR" altLang="en-US" sz="1100" dirty="0"/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AC7070A-1F08-1BD3-617A-4C3218F2A5ED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14</a:t>
            </a:fld>
            <a:endParaRPr lang="ko-KR" altLang="en-US" sz="1000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E1B0D1E-7A8C-9D51-CFCB-F3632D69A47F}"/>
              </a:ext>
            </a:extLst>
          </p:cNvPr>
          <p:cNvSpPr txBox="1">
            <a:spLocks/>
          </p:cNvSpPr>
          <p:nvPr/>
        </p:nvSpPr>
        <p:spPr>
          <a:xfrm>
            <a:off x="1017090" y="1760554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최대값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(max)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은 가장 작은 값으로 시작한다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lnSpc>
                <a:spcPct val="100000"/>
              </a:lnSpc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받은 수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(x)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가 현재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크면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max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바꾼다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 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     </a:t>
            </a: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BCFDD490-9176-0172-68FC-FEC81C723A9B}"/>
              </a:ext>
            </a:extLst>
          </p:cNvPr>
          <p:cNvSpPr txBox="1">
            <a:spLocks/>
          </p:cNvSpPr>
          <p:nvPr/>
        </p:nvSpPr>
        <p:spPr>
          <a:xfrm>
            <a:off x="822112" y="4896281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100" dirty="0"/>
              <a:t>최소값 구하기</a:t>
            </a:r>
            <a:r>
              <a:rPr lang="en-US" altLang="ko-KR" sz="1100" dirty="0"/>
              <a:t>[min]</a:t>
            </a:r>
            <a:endParaRPr lang="ko-KR" altLang="en-US" sz="1100" dirty="0"/>
          </a:p>
        </p:txBody>
      </p:sp>
      <p:sp>
        <p:nvSpPr>
          <p:cNvPr id="18" name="내용 개체 틀 3">
            <a:extLst>
              <a:ext uri="{FF2B5EF4-FFF2-40B4-BE49-F238E27FC236}">
                <a16:creationId xmlns:a16="http://schemas.microsoft.com/office/drawing/2014/main" id="{71FCC30D-DB22-2CB4-A84A-5F41BBB71A79}"/>
              </a:ext>
            </a:extLst>
          </p:cNvPr>
          <p:cNvSpPr txBox="1">
            <a:spLocks/>
          </p:cNvSpPr>
          <p:nvPr/>
        </p:nvSpPr>
        <p:spPr>
          <a:xfrm>
            <a:off x="1017090" y="5229919"/>
            <a:ext cx="4944798" cy="2335958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최소값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(min)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은 가장 큰 값으로 시작한다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 받은 수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(x)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가 현재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보다 작으면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min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의 값을 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x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로 바꾼다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]</a:t>
            </a:r>
            <a:r>
              <a:rPr lang="ko-KR" altLang="en-US" dirty="0"/>
              <a:t>                                                        </a:t>
            </a:r>
            <a:r>
              <a:rPr lang="en-US" altLang="ko-KR" dirty="0"/>
              <a:t> [</a:t>
            </a:r>
            <a:r>
              <a:rPr lang="ko-KR" altLang="en-US" dirty="0"/>
              <a:t>실습 결과</a:t>
            </a:r>
            <a:r>
              <a:rPr lang="en-US" altLang="ko-KR" dirty="0"/>
              <a:t>]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4B1A9D-10D2-83E9-C9AD-5EB6A5958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44" y="2622199"/>
            <a:ext cx="2221155" cy="189232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ED66429-1522-B651-90F6-8226A87D5B22}"/>
              </a:ext>
            </a:extLst>
          </p:cNvPr>
          <p:cNvGrpSpPr/>
          <p:nvPr/>
        </p:nvGrpSpPr>
        <p:grpSpPr>
          <a:xfrm>
            <a:off x="3939069" y="2593001"/>
            <a:ext cx="1653373" cy="1866022"/>
            <a:chOff x="3939069" y="2593001"/>
            <a:chExt cx="1653373" cy="186602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71FBCCA-4192-3471-128F-DE7CF8E6A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9069" y="2593001"/>
              <a:ext cx="1653373" cy="164673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C0B1C3-3E59-A60E-4CB8-82E883434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39069" y="4255848"/>
              <a:ext cx="937731" cy="20317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A48AA5FB-4F49-6265-D7AA-D662AA9F2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844" y="6250711"/>
            <a:ext cx="2452814" cy="1719435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0852961B-6490-ED2F-5F98-154D73C6C094}"/>
              </a:ext>
            </a:extLst>
          </p:cNvPr>
          <p:cNvGrpSpPr/>
          <p:nvPr/>
        </p:nvGrpSpPr>
        <p:grpSpPr>
          <a:xfrm>
            <a:off x="4036531" y="6250711"/>
            <a:ext cx="1808811" cy="1128373"/>
            <a:chOff x="4044151" y="6250711"/>
            <a:chExt cx="1808811" cy="112837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00ADC68D-002D-EBA4-BB9E-C16277E51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4151" y="6250711"/>
              <a:ext cx="1808811" cy="923786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5FA0254-B42F-672B-724C-183AE6BBD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44151" y="7174497"/>
              <a:ext cx="985049" cy="2045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674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7BF5-1C31-2EBE-2FF0-27148D69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2C3B7B37-0876-B763-86EC-EB97AC43ABA4}"/>
              </a:ext>
            </a:extLst>
          </p:cNvPr>
          <p:cNvSpPr txBox="1">
            <a:spLocks/>
          </p:cNvSpPr>
          <p:nvPr/>
        </p:nvSpPr>
        <p:spPr>
          <a:xfrm>
            <a:off x="1009677" y="1397647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1. 5</a:t>
            </a:r>
            <a:r>
              <a:rPr lang="ko-KR" altLang="en-US" dirty="0"/>
              <a:t>개의 자연수를 입력 받아 그 중 가장 큰 수를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2. 10</a:t>
            </a:r>
            <a:r>
              <a:rPr lang="ko-KR" altLang="en-US" dirty="0"/>
              <a:t>개의 정수를 </a:t>
            </a:r>
            <a:r>
              <a:rPr lang="ko-KR" altLang="en-US" dirty="0" err="1"/>
              <a:t>입력받아</a:t>
            </a:r>
            <a:r>
              <a:rPr lang="en-US" altLang="ko-KR" dirty="0"/>
              <a:t>, 100 </a:t>
            </a:r>
            <a:r>
              <a:rPr lang="ko-KR" altLang="en-US" dirty="0"/>
              <a:t>미만의 수 중 가장 큰 수를 출력하는 프로그램을 작성하세요</a:t>
            </a:r>
            <a:r>
              <a:rPr lang="en-US" altLang="ko-KR" dirty="0"/>
              <a:t>.(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입력되는 정수의 범위는 </a:t>
            </a:r>
            <a:r>
              <a:rPr lang="en-US" altLang="ko-KR" dirty="0"/>
              <a:t>-1000 ~ 1000</a:t>
            </a:r>
            <a:r>
              <a:rPr lang="ko-KR" altLang="en-US" dirty="0"/>
              <a:t>을 넘지 않는다</a:t>
            </a:r>
            <a:r>
              <a:rPr lang="en-US" altLang="ko-KR" dirty="0"/>
              <a:t>.).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F12AA25-A0A2-9E40-B7CE-87893FC5C1E1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1AE8BB-BB2D-D152-1D0D-FAE3C6F4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01" y="2303380"/>
            <a:ext cx="1737399" cy="10240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356F3D-E237-A3E8-DAF4-5826719E6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32" y="2303380"/>
            <a:ext cx="1245828" cy="1779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181437-FC65-7399-5BED-C9CF3F4CE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01" y="4900464"/>
            <a:ext cx="1820655" cy="18279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9FE5FFA-5E67-9EA5-3DD6-2B2028E06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232" y="4855380"/>
            <a:ext cx="1735704" cy="20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66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E6DE-72CB-EE88-1EC1-09EC9138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B9F8E3-F615-6FF9-502B-5B4FB331A597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두 자리 이하의 정수 </a:t>
            </a:r>
            <a:r>
              <a:rPr lang="en-US" altLang="ko-KR" dirty="0"/>
              <a:t>4</a:t>
            </a:r>
            <a:r>
              <a:rPr lang="ko-KR" altLang="en-US" dirty="0"/>
              <a:t>개를 입력 받아</a:t>
            </a:r>
            <a:r>
              <a:rPr lang="en-US" altLang="ko-KR" dirty="0"/>
              <a:t>, </a:t>
            </a:r>
            <a:r>
              <a:rPr lang="ko-KR" altLang="en-US" dirty="0"/>
              <a:t>그 중 최소값을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4. 8</a:t>
            </a:r>
            <a:r>
              <a:rPr lang="ko-KR" altLang="en-US" dirty="0"/>
              <a:t>개의 정수를 입력 받아</a:t>
            </a:r>
            <a:r>
              <a:rPr lang="en-US" altLang="ko-KR" dirty="0"/>
              <a:t>, 100 </a:t>
            </a:r>
            <a:r>
              <a:rPr lang="ko-KR" altLang="en-US" dirty="0"/>
              <a:t>이상인 수 중 가장 작은 값을 출력하는 프로그램을 작성하세요</a:t>
            </a:r>
            <a:r>
              <a:rPr lang="en-US" altLang="ko-KR" dirty="0"/>
              <a:t>.(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입력되는 정수의 범위는 </a:t>
            </a:r>
            <a:r>
              <a:rPr lang="en-US" altLang="ko-KR" dirty="0"/>
              <a:t>-1000 ~ 1000</a:t>
            </a:r>
            <a:r>
              <a:rPr lang="ko-KR" altLang="en-US" dirty="0"/>
              <a:t>을 넘지 않는다</a:t>
            </a:r>
            <a:r>
              <a:rPr lang="en-US" altLang="ko-KR" dirty="0"/>
              <a:t>.)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DD5470E-3E27-071F-84A3-5BC1CCE7ED5A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7B907F1D-06C6-D096-52F6-D8470BE7A502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16</a:t>
            </a:fld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8BE51F-CB4D-A871-5659-DC8F0F01F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16" y="2130279"/>
            <a:ext cx="1904724" cy="9300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0E0775-C381-6924-9E12-4156B06A6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692" y="2130279"/>
            <a:ext cx="1251934" cy="2166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5F9F11-B887-5B85-CE43-E2FD84852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416" y="4731392"/>
            <a:ext cx="1809141" cy="15474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62C11B5-D3A5-E1A7-68E5-98D958EB0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692" y="4723773"/>
            <a:ext cx="2025131" cy="2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7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22B3E-477D-8954-046D-902C9602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E30427E-105A-E50B-0697-41EE2D37C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581" y="924546"/>
            <a:ext cx="3824236" cy="338272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while</a:t>
            </a:r>
            <a:r>
              <a:rPr lang="ko-KR" altLang="en-US" sz="1200" dirty="0"/>
              <a:t>문 이해하기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EDDE7CD7-3A22-074C-EA51-85285896880F}"/>
              </a:ext>
            </a:extLst>
          </p:cNvPr>
          <p:cNvSpPr txBox="1">
            <a:spLocks/>
          </p:cNvSpPr>
          <p:nvPr/>
        </p:nvSpPr>
        <p:spPr>
          <a:xfrm>
            <a:off x="986704" y="1437234"/>
            <a:ext cx="4555725" cy="4966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63792" indent="-163792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Char char="•"/>
              <a:defRPr sz="1027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100" dirty="0"/>
              <a:t>while</a:t>
            </a:r>
            <a:r>
              <a:rPr lang="ko-KR" altLang="en-US" sz="1100" dirty="0"/>
              <a:t> 문</a:t>
            </a:r>
          </a:p>
        </p:txBody>
      </p:sp>
      <p:sp>
        <p:nvSpPr>
          <p:cNvPr id="17" name="내용 개체 틀 3">
            <a:extLst>
              <a:ext uri="{FF2B5EF4-FFF2-40B4-BE49-F238E27FC236}">
                <a16:creationId xmlns:a16="http://schemas.microsoft.com/office/drawing/2014/main" id="{CEBEB4D2-F4C5-6A0B-7284-756857D54C2B}"/>
              </a:ext>
            </a:extLst>
          </p:cNvPr>
          <p:cNvSpPr txBox="1">
            <a:spLocks/>
          </p:cNvSpPr>
          <p:nvPr/>
        </p:nvSpPr>
        <p:spPr>
          <a:xfrm>
            <a:off x="1181682" y="1770871"/>
            <a:ext cx="4944798" cy="3604977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while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문은 조건이 참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(True)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인 동안 실행문을 반복하는 구문이다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반복의 횟수가 정해져 있지 않거나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조건을 만족할 때까지 계속 반복하는 경우 사용한다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for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문은 반복 횟수를 미리 알고 있을 때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 while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문은 조건을 통해 반복을 제어할 때 주로 사용된다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.</a:t>
            </a: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기본 구조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>
              <a:buFont typeface="맑은 고딕" panose="020B0503020000020004" pitchFamily="50" charset="-127"/>
              <a:buChar char="–"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예시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한 개의 정수를 입력 받아 그 수를 출력하는 작업을 무한 반복하다가</a:t>
            </a: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,0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이 </a:t>
            </a:r>
            <a:r>
              <a:rPr lang="ko-KR" altLang="en-US" dirty="0" err="1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입력되</a:t>
            </a:r>
            <a:endParaRPr lang="en-US" altLang="ko-KR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     </a:t>
            </a:r>
            <a:r>
              <a:rPr lang="ko-KR" altLang="en-US" dirty="0">
                <a:latin typeface="12LotteMartDreamMedium" panose="02020603020101020101" pitchFamily="18" charset="-127"/>
                <a:ea typeface="12LotteMartDreamMedium" panose="02020603020101020101" pitchFamily="18" charset="-127"/>
              </a:rPr>
              <a:t>면 프로그램이 종료되도록</a:t>
            </a:r>
            <a:r>
              <a:rPr lang="ko-KR" altLang="en-US" dirty="0"/>
              <a:t> 프로그램을 작성하세요</a:t>
            </a:r>
            <a:r>
              <a:rPr lang="en-US" altLang="ko-KR" dirty="0"/>
              <a:t>.</a:t>
            </a:r>
            <a:endParaRPr lang="ko-KR" altLang="en-US" dirty="0">
              <a:latin typeface="12LotteMartDreamMedium" panose="02020603020101020101" pitchFamily="18" charset="-127"/>
              <a:ea typeface="12LotteMartDreamMedium" panose="0202060302010102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2A10F4-5275-0510-FEC5-72236C1E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01" y="3573359"/>
            <a:ext cx="1322039" cy="560655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8DBD5F-9245-5D68-8CB8-C86D6BDDCA79}"/>
              </a:ext>
            </a:extLst>
          </p:cNvPr>
          <p:cNvGrpSpPr/>
          <p:nvPr/>
        </p:nvGrpSpPr>
        <p:grpSpPr>
          <a:xfrm>
            <a:off x="1707272" y="6765765"/>
            <a:ext cx="1660995" cy="1395822"/>
            <a:chOff x="3853822" y="5176011"/>
            <a:chExt cx="2274886" cy="192929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FF6F60E-FEC2-4D61-702C-B8E11E7D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6682" y="5176011"/>
              <a:ext cx="2181529" cy="53347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A656515-B26C-72B5-83F7-8B341865F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3822" y="5709485"/>
              <a:ext cx="2200582" cy="72400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91DCBB8-D83C-2A6D-D0E0-337C9CD8C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61442" y="6428938"/>
              <a:ext cx="2267266" cy="676369"/>
            </a:xfrm>
            <a:prstGeom prst="rect">
              <a:avLst/>
            </a:prstGeom>
          </p:spPr>
        </p:pic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6CD563FD-4507-BA8E-991D-0405D8981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7272" y="5263576"/>
            <a:ext cx="2674609" cy="134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75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9B0B-1226-6B57-9589-C3ACA350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FA20EE-DA33-BF99-8599-45B704729ED0}"/>
              </a:ext>
            </a:extLst>
          </p:cNvPr>
          <p:cNvSpPr txBox="1">
            <a:spLocks/>
          </p:cNvSpPr>
          <p:nvPr/>
        </p:nvSpPr>
        <p:spPr>
          <a:xfrm>
            <a:off x="864066" y="1268946"/>
            <a:ext cx="4984284" cy="7664742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1. </a:t>
            </a:r>
            <a:r>
              <a:rPr lang="ko-KR" altLang="en-US" dirty="0"/>
              <a:t>정수를 계속 입력 받다가 </a:t>
            </a:r>
            <a:r>
              <a:rPr lang="en-US" altLang="ko-KR" dirty="0"/>
              <a:t>0</a:t>
            </a:r>
            <a:r>
              <a:rPr lang="ko-KR" altLang="en-US" dirty="0"/>
              <a:t>이 입력되면 </a:t>
            </a:r>
            <a:r>
              <a:rPr lang="en-US" altLang="ko-KR" dirty="0"/>
              <a:t>0</a:t>
            </a:r>
            <a:r>
              <a:rPr lang="ko-KR" altLang="en-US" dirty="0"/>
              <a:t>을 제외하고</a:t>
            </a:r>
            <a:r>
              <a:rPr lang="en-US" altLang="ko-KR" dirty="0"/>
              <a:t>,</a:t>
            </a:r>
            <a:r>
              <a:rPr lang="ko-KR" altLang="en-US" dirty="0"/>
              <a:t>이전에 입력된 자료의 수</a:t>
            </a:r>
            <a:r>
              <a:rPr lang="en-US" altLang="ko-KR" dirty="0"/>
              <a:t>, </a:t>
            </a:r>
            <a:r>
              <a:rPr lang="ko-KR" altLang="en-US" dirty="0"/>
              <a:t>합계</a:t>
            </a:r>
            <a:r>
              <a:rPr lang="en-US" altLang="ko-KR" dirty="0"/>
              <a:t>, </a:t>
            </a:r>
            <a:r>
              <a:rPr lang="ko-KR" altLang="en-US" dirty="0"/>
              <a:t>평균을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2. </a:t>
            </a:r>
            <a:r>
              <a:rPr lang="ko-KR" altLang="en-US" dirty="0"/>
              <a:t>정수를 계속 입력 받다가 </a:t>
            </a:r>
            <a:r>
              <a:rPr lang="en-US" altLang="ko-KR" dirty="0"/>
              <a:t>100 </a:t>
            </a:r>
            <a:r>
              <a:rPr lang="ko-KR" altLang="en-US" dirty="0"/>
              <a:t>이상의 수가 입력되면</a:t>
            </a:r>
            <a:r>
              <a:rPr lang="en-US" altLang="ko-KR" dirty="0"/>
              <a:t>,</a:t>
            </a:r>
            <a:r>
              <a:rPr lang="ko-KR" altLang="en-US" dirty="0"/>
              <a:t>마지막 입력된 수를 포함하여 합계와 평균을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3. </a:t>
            </a:r>
            <a:r>
              <a:rPr lang="ko-KR" altLang="en-US" dirty="0"/>
              <a:t>정수를 계속 입력 받다가 </a:t>
            </a:r>
            <a:r>
              <a:rPr lang="en-US" altLang="ko-KR" dirty="0"/>
              <a:t>0</a:t>
            </a:r>
            <a:r>
              <a:rPr lang="ko-KR" altLang="en-US" dirty="0"/>
              <a:t>이 입력 되면 입력된 수 중 홀수의 합과 홀수의 평균을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  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3E056C0-4A26-1B83-6321-5A54F875C295}"/>
              </a:ext>
            </a:extLst>
          </p:cNvPr>
          <p:cNvSpPr txBox="1">
            <a:spLocks/>
          </p:cNvSpPr>
          <p:nvPr/>
        </p:nvSpPr>
        <p:spPr>
          <a:xfrm>
            <a:off x="91850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C9BB8FCD-D8CD-54FD-2B7A-C27110D58A01}"/>
              </a:ext>
            </a:extLst>
          </p:cNvPr>
          <p:cNvSpPr txBox="1">
            <a:spLocks/>
          </p:cNvSpPr>
          <p:nvPr/>
        </p:nvSpPr>
        <p:spPr>
          <a:xfrm>
            <a:off x="914506" y="8374414"/>
            <a:ext cx="1474113" cy="492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6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2DA52EAC-BE29-4AAD-B8A8-A623A2B85899}" type="slidenum">
              <a:rPr lang="ko-KR" altLang="en-US" sz="1000" smtClean="0"/>
              <a:pPr algn="l"/>
              <a:t>18</a:t>
            </a:fld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276C2F-3ED6-CE98-18C3-7907E62B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11" y="2130279"/>
            <a:ext cx="2350613" cy="7272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96AFED-5615-C1CC-EBE8-689DB280E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11" y="3174205"/>
            <a:ext cx="2747269" cy="1509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C2ED683-9035-C257-5444-D3D1CBF93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551" y="4713512"/>
            <a:ext cx="2244349" cy="97580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927B507-39AC-22FC-794E-37BA517C3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989" y="4713512"/>
            <a:ext cx="1485771" cy="32266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F4088EF-8253-6F9B-FC27-673B5B3199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551" y="6933632"/>
            <a:ext cx="2244349" cy="10020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5A9845B-EF10-2E68-268E-EE00A39E39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551" y="8231710"/>
            <a:ext cx="2930149" cy="17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6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A791-159B-82EA-50A2-E1632D8F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0174AFF9-8188-EF9C-0E9B-8D07C7D4864E}"/>
              </a:ext>
            </a:extLst>
          </p:cNvPr>
          <p:cNvSpPr txBox="1">
            <a:spLocks/>
          </p:cNvSpPr>
          <p:nvPr/>
        </p:nvSpPr>
        <p:spPr>
          <a:xfrm>
            <a:off x="1009677" y="1397647"/>
            <a:ext cx="5071083" cy="7005634"/>
          </a:xfrm>
          <a:prstGeom prst="rect">
            <a:avLst/>
          </a:prstGeom>
        </p:spPr>
        <p:txBody>
          <a:bodyPr vert="horz" lIns="85403" tIns="42701" rIns="85403" bIns="42701" rtlCol="0">
            <a:normAutofit/>
          </a:bodyPr>
          <a:lstStyle>
            <a:lvl1pPr marL="228600" indent="-228600" algn="l" defTabSz="685800" rtl="0" eaLnBrk="1" latinLnBrk="1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AutoNum type="arabicParenR"/>
              <a:defRPr sz="1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429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4. </a:t>
            </a:r>
            <a:r>
              <a:rPr lang="ko-KR" altLang="en-US" dirty="0"/>
              <a:t>정수를 계속 입력 받다가 </a:t>
            </a:r>
            <a:r>
              <a:rPr lang="en-US" altLang="ko-KR" dirty="0"/>
              <a:t>0</a:t>
            </a:r>
            <a:r>
              <a:rPr lang="ko-KR" altLang="en-US" dirty="0"/>
              <a:t>이 입력되면</a:t>
            </a:r>
            <a:r>
              <a:rPr lang="en-US" altLang="ko-KR" dirty="0"/>
              <a:t>,</a:t>
            </a:r>
            <a:r>
              <a:rPr lang="ko-KR" altLang="en-US" dirty="0"/>
              <a:t>그때까지 입력 받은 홀수의 개수와 짝수의 개수를 출력하는 프로그램을 작성하세요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연습 문제 </a:t>
            </a:r>
            <a:r>
              <a:rPr lang="en-US" altLang="ko-KR" dirty="0"/>
              <a:t>5. 0</a:t>
            </a:r>
            <a:r>
              <a:rPr lang="ko-KR" altLang="en-US" dirty="0"/>
              <a:t>이 입력될 때까지 정수를 계속 </a:t>
            </a:r>
            <a:r>
              <a:rPr lang="ko-KR" altLang="en-US" dirty="0" err="1"/>
              <a:t>입력받아</a:t>
            </a:r>
            <a:r>
              <a:rPr lang="en-US" altLang="ko-KR" dirty="0"/>
              <a:t>,3</a:t>
            </a:r>
            <a:r>
              <a:rPr lang="ko-KR" altLang="en-US" dirty="0"/>
              <a:t>의 배수와 </a:t>
            </a:r>
            <a:r>
              <a:rPr lang="en-US" altLang="ko-KR" dirty="0"/>
              <a:t>5</a:t>
            </a:r>
            <a:r>
              <a:rPr lang="ko-KR" altLang="en-US" dirty="0"/>
              <a:t>의 배수를 제외한 수의 개수를 출력하는 프로그램을 작성하세요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입력 결과 예시</a:t>
            </a:r>
            <a:r>
              <a:rPr lang="en-US" altLang="ko-KR" dirty="0"/>
              <a:t>]                                         [</a:t>
            </a:r>
            <a:r>
              <a:rPr lang="ko-KR" altLang="en-US" dirty="0"/>
              <a:t>출력 결과 예시</a:t>
            </a:r>
            <a:r>
              <a:rPr lang="en-US" altLang="ko-KR" dirty="0"/>
              <a:t>]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3500B65-6F96-A18C-0F9A-713045DEC569}"/>
              </a:ext>
            </a:extLst>
          </p:cNvPr>
          <p:cNvSpPr txBox="1">
            <a:spLocks/>
          </p:cNvSpPr>
          <p:nvPr/>
        </p:nvSpPr>
        <p:spPr>
          <a:xfrm>
            <a:off x="1081067" y="923345"/>
            <a:ext cx="3733114" cy="24896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655168" rtl="0" eaLnBrk="1" latinLnBrk="1" hangingPunct="1">
              <a:lnSpc>
                <a:spcPct val="90000"/>
              </a:lnSpc>
              <a:spcBef>
                <a:spcPts val="717"/>
              </a:spcBef>
              <a:buFont typeface="Arial" panose="020B0604020202020204" pitchFamily="34" charset="0"/>
              <a:buNone/>
              <a:defRPr sz="1121" b="0" kern="1200">
                <a:solidFill>
                  <a:schemeClr val="bg1"/>
                </a:solidFill>
                <a:latin typeface="+mn-ea"/>
                <a:ea typeface="+mn-ea"/>
                <a:cs typeface="+mn-cs"/>
              </a:defRPr>
            </a:lvl1pPr>
            <a:lvl2pPr marL="320269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9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537" indent="0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None/>
              <a:defRPr sz="14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6543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4127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01711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9295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56879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4462" indent="-163792" algn="l" defTabSz="655168" rtl="0" eaLnBrk="1" latinLnBrk="1" hangingPunct="1">
              <a:lnSpc>
                <a:spcPct val="90000"/>
              </a:lnSpc>
              <a:spcBef>
                <a:spcPts val="358"/>
              </a:spcBef>
              <a:buFont typeface="Arial" panose="020B0604020202020204" pitchFamily="34" charset="0"/>
              <a:buChar char="•"/>
              <a:defRPr sz="12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응용 문제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49A6D7-C4C3-A154-BE88-CAB93ADB6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90" y="2272239"/>
            <a:ext cx="2390830" cy="12140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F5CA24F-BC77-750D-A11B-70FF1F45C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086" y="2272240"/>
            <a:ext cx="1476334" cy="2335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FD14CEB-CD96-C881-2966-D40D31B9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491" y="5211642"/>
            <a:ext cx="2390830" cy="13565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CA9BF0-8BF6-3C5B-26AD-C4027F0DB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263" y="5197322"/>
            <a:ext cx="1238197" cy="21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9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18734</TotalTime>
  <Words>1545</Words>
  <Application>Microsoft Office PowerPoint</Application>
  <PresentationFormat>사용자 지정</PresentationFormat>
  <Paragraphs>410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12LotteMartDreamMedium</vt:lpstr>
      <vt:lpstr>210 옴니고딕 030</vt:lpstr>
      <vt:lpstr>맑은 고딕</vt:lpstr>
      <vt:lpstr>휴먼모음T</vt:lpstr>
      <vt:lpstr>휴먼편지체</vt:lpstr>
      <vt:lpstr>Arial</vt:lpstr>
      <vt:lpstr>Calibri</vt:lpstr>
      <vt:lpstr>Calibri Light</vt:lpstr>
      <vt:lpstr>Microsoft Sans Serif</vt:lpstr>
      <vt:lpstr>Wingdings</vt:lpstr>
      <vt:lpstr>Office 2013 - 2022 테마</vt:lpstr>
      <vt:lpstr>5</vt:lpstr>
      <vt:lpstr>반복문 이해하기</vt:lpstr>
      <vt:lpstr>반복문 이해하기</vt:lpstr>
      <vt:lpstr>반복문 이해하기</vt:lpstr>
      <vt:lpstr>PowerPoint 프레젠테이션</vt:lpstr>
      <vt:lpstr>PowerPoint 프레젠테이션</vt:lpstr>
      <vt:lpstr>PowerPoint 프레젠테이션</vt:lpstr>
      <vt:lpstr>반복문을 이용한 합 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최대&amp;최소값 구하기</vt:lpstr>
      <vt:lpstr>PowerPoint 프레젠테이션</vt:lpstr>
      <vt:lpstr>PowerPoint 프레젠테이션</vt:lpstr>
      <vt:lpstr>while문 이해하기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김보미</dc:creator>
  <cp:lastModifiedBy>은진 이</cp:lastModifiedBy>
  <cp:revision>147</cp:revision>
  <cp:lastPrinted>2025-10-31T06:11:16Z</cp:lastPrinted>
  <dcterms:created xsi:type="dcterms:W3CDTF">2023-06-21T09:07:53Z</dcterms:created>
  <dcterms:modified xsi:type="dcterms:W3CDTF">2025-11-12T01:31:56Z</dcterms:modified>
</cp:coreProperties>
</file>
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92" r:id="rId4"/>
    <p:sldId id="284" r:id="rId5"/>
    <p:sldId id="264" r:id="rId6"/>
    <p:sldId id="293" r:id="rId7"/>
    <p:sldId id="294" r:id="rId8"/>
    <p:sldId id="282" r:id="rId9"/>
    <p:sldId id="285" r:id="rId10"/>
    <p:sldId id="286" r:id="rId11"/>
    <p:sldId id="287" r:id="rId12"/>
    <p:sldId id="297" r:id="rId13"/>
    <p:sldId id="298" r:id="rId14"/>
    <p:sldId id="288" r:id="rId15"/>
    <p:sldId id="295" r:id="rId16"/>
    <p:sldId id="296" r:id="rId17"/>
    <p:sldId id="289" r:id="rId18"/>
  </p:sldIdLst>
  <p:sldSz cx="6551613" cy="9251950"/>
  <p:notesSz cx="6888163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A298"/>
    <a:srgbClr val="FAF1DF"/>
    <a:srgbClr val="EAE0D1"/>
    <a:srgbClr val="EDF5F9"/>
    <a:srgbClr val="E0EDF4"/>
    <a:srgbClr val="F4F2EC"/>
    <a:srgbClr val="F5F9ED"/>
    <a:srgbClr val="FCFDF9"/>
    <a:srgbClr val="F4F9EB"/>
    <a:srgbClr val="F5C9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32" autoAdjust="0"/>
    <p:restoredTop sz="96613" autoAdjust="0"/>
  </p:normalViewPr>
  <p:slideViewPr>
    <p:cSldViewPr snapToGrid="0">
      <p:cViewPr>
        <p:scale>
          <a:sx n="100" d="100"/>
          <a:sy n="100" d="100"/>
        </p:scale>
        <p:origin x="318" y="-948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121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2381EF5-F270-AB10-E49E-81E9497CBE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78BEC5-1C29-87BC-899F-E669CE44E4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28FAB-55B8-4AE9-8200-35BC1B06803C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7D3BBE-2F68-622A-FA88-A6388EC75B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2024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94F5729-6DFC-2722-731A-3A9110D5D4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2024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1E299-26A2-469E-9825-D47CD762C0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5691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0"/>
            <a:ext cx="2984871" cy="502835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702" y="0"/>
            <a:ext cx="2984871" cy="502835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r">
              <a:defRPr sz="1300"/>
            </a:lvl1pPr>
          </a:lstStyle>
          <a:p>
            <a:fld id="{A87FF208-5F8C-468A-9EA4-B433B76141F4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46313" y="1252538"/>
            <a:ext cx="2395537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25" tIns="48312" rIns="96625" bIns="4831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823034"/>
            <a:ext cx="5510530" cy="3946118"/>
          </a:xfrm>
          <a:prstGeom prst="rect">
            <a:avLst/>
          </a:prstGeom>
        </p:spPr>
        <p:txBody>
          <a:bodyPr vert="horz" lIns="96625" tIns="48312" rIns="96625" bIns="48312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4" y="9519055"/>
            <a:ext cx="2984871" cy="502834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702" y="9519055"/>
            <a:ext cx="2984871" cy="502834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r">
              <a:defRPr sz="1300"/>
            </a:lvl1pPr>
          </a:lstStyle>
          <a:p>
            <a:fld id="{D9331E65-C0B2-43A3-AEA0-27572300E6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965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1pPr>
    <a:lvl2pPr marL="431002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2pPr>
    <a:lvl3pPr marL="862005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3pPr>
    <a:lvl4pPr marL="1293007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4pPr>
    <a:lvl5pPr marL="1724010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5pPr>
    <a:lvl6pPr marL="2155012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6pPr>
    <a:lvl7pPr marL="2586015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7pPr>
    <a:lvl8pPr marL="3017017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8pPr>
    <a:lvl9pPr marL="3448020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246313" y="1252538"/>
            <a:ext cx="2395537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31E65-C0B2-43A3-AEA0-27572300E6F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602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21919-FAD8-F735-593B-7A8ABF072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80BE2F-6390-9ECB-7689-7B79E1807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46313" y="1252538"/>
            <a:ext cx="2395537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18254F-FF3A-51CB-6438-5D51E4F94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6B689F-6A6A-D239-AFD7-ED351B1595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31E65-C0B2-43A3-AEA0-27572300E6F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103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A1F9A-5F9A-820E-5180-114D85225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B8EAA6-469A-F499-B555-F32FCEC0AE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46313" y="1252538"/>
            <a:ext cx="2395537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572F86-DC6E-A7FA-A06B-89F59E1FC5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ED0E27-7D96-B93C-173D-7E2BF12210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31E65-C0B2-43A3-AEA0-27572300E6F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247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1371" y="1514151"/>
            <a:ext cx="5568871" cy="3221049"/>
          </a:xfrm>
        </p:spPr>
        <p:txBody>
          <a:bodyPr anchor="b"/>
          <a:lstStyle>
            <a:lvl1pPr algn="ctr">
              <a:defRPr sz="429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8952" y="4859416"/>
            <a:ext cx="4913710" cy="2233746"/>
          </a:xfrm>
        </p:spPr>
        <p:txBody>
          <a:bodyPr/>
          <a:lstStyle>
            <a:lvl1pPr marL="0" indent="0" algn="ctr">
              <a:buNone/>
              <a:defRPr sz="1720"/>
            </a:lvl1pPr>
            <a:lvl2pPr marL="327584" indent="0" algn="ctr">
              <a:buNone/>
              <a:defRPr sz="1433"/>
            </a:lvl2pPr>
            <a:lvl3pPr marL="655168" indent="0" algn="ctr">
              <a:buNone/>
              <a:defRPr sz="1290"/>
            </a:lvl3pPr>
            <a:lvl4pPr marL="982751" indent="0" algn="ctr">
              <a:buNone/>
              <a:defRPr sz="1146"/>
            </a:lvl4pPr>
            <a:lvl5pPr marL="1310335" indent="0" algn="ctr">
              <a:buNone/>
              <a:defRPr sz="1146"/>
            </a:lvl5pPr>
            <a:lvl6pPr marL="1637919" indent="0" algn="ctr">
              <a:buNone/>
              <a:defRPr sz="1146"/>
            </a:lvl6pPr>
            <a:lvl7pPr marL="1965503" indent="0" algn="ctr">
              <a:buNone/>
              <a:defRPr sz="1146"/>
            </a:lvl7pPr>
            <a:lvl8pPr marL="2293087" indent="0" algn="ctr">
              <a:buNone/>
              <a:defRPr sz="1146"/>
            </a:lvl8pPr>
            <a:lvl9pPr marL="2620670" indent="0" algn="ctr">
              <a:buNone/>
              <a:defRPr sz="11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1A11F-1625-4846-B551-B0FB2D6FBA52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689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D116-71D7-4302-AFCE-C8C6A543EB25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416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012" y="2306565"/>
            <a:ext cx="5650766" cy="3848554"/>
          </a:xfrm>
        </p:spPr>
        <p:txBody>
          <a:bodyPr anchor="b"/>
          <a:lstStyle>
            <a:lvl1pPr>
              <a:defRPr sz="429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7012" y="6191528"/>
            <a:ext cx="5650766" cy="2023863"/>
          </a:xfrm>
        </p:spPr>
        <p:txBody>
          <a:bodyPr/>
          <a:lstStyle>
            <a:lvl1pPr marL="0" indent="0">
              <a:buNone/>
              <a:defRPr sz="1720">
                <a:solidFill>
                  <a:schemeClr val="tx1"/>
                </a:solidFill>
              </a:defRPr>
            </a:lvl1pPr>
            <a:lvl2pPr marL="327584" indent="0">
              <a:buNone/>
              <a:defRPr sz="1433">
                <a:solidFill>
                  <a:schemeClr val="tx1">
                    <a:tint val="75000"/>
                  </a:schemeClr>
                </a:solidFill>
              </a:defRPr>
            </a:lvl2pPr>
            <a:lvl3pPr marL="655168" indent="0">
              <a:buNone/>
              <a:defRPr sz="1290">
                <a:solidFill>
                  <a:schemeClr val="tx1">
                    <a:tint val="75000"/>
                  </a:schemeClr>
                </a:solidFill>
              </a:defRPr>
            </a:lvl3pPr>
            <a:lvl4pPr marL="982751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4pPr>
            <a:lvl5pPr marL="1310335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5pPr>
            <a:lvl6pPr marL="1637919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6pPr>
            <a:lvl7pPr marL="1965503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7pPr>
            <a:lvl8pPr marL="2293087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8pPr>
            <a:lvl9pPr marL="2620670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80E4B-0617-45A8-859E-E6EB3F68FE94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2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0423" y="2462903"/>
            <a:ext cx="2784436" cy="587027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16754" y="2462903"/>
            <a:ext cx="2784436" cy="587027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CCA9B-6EA5-40B6-9C63-673B00ADD933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163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492583"/>
            <a:ext cx="5650766" cy="178828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1277" y="2268014"/>
            <a:ext cx="2771639" cy="1111518"/>
          </a:xfrm>
        </p:spPr>
        <p:txBody>
          <a:bodyPr anchor="b"/>
          <a:lstStyle>
            <a:lvl1pPr marL="0" indent="0">
              <a:buNone/>
              <a:defRPr sz="1720" b="1"/>
            </a:lvl1pPr>
            <a:lvl2pPr marL="327584" indent="0">
              <a:buNone/>
              <a:defRPr sz="1433" b="1"/>
            </a:lvl2pPr>
            <a:lvl3pPr marL="655168" indent="0">
              <a:buNone/>
              <a:defRPr sz="1290" b="1"/>
            </a:lvl3pPr>
            <a:lvl4pPr marL="982751" indent="0">
              <a:buNone/>
              <a:defRPr sz="1146" b="1"/>
            </a:lvl4pPr>
            <a:lvl5pPr marL="1310335" indent="0">
              <a:buNone/>
              <a:defRPr sz="1146" b="1"/>
            </a:lvl5pPr>
            <a:lvl6pPr marL="1637919" indent="0">
              <a:buNone/>
              <a:defRPr sz="1146" b="1"/>
            </a:lvl6pPr>
            <a:lvl7pPr marL="1965503" indent="0">
              <a:buNone/>
              <a:defRPr sz="1146" b="1"/>
            </a:lvl7pPr>
            <a:lvl8pPr marL="2293087" indent="0">
              <a:buNone/>
              <a:defRPr sz="1146" b="1"/>
            </a:lvl8pPr>
            <a:lvl9pPr marL="2620670" indent="0">
              <a:buNone/>
              <a:defRPr sz="11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1277" y="3379532"/>
            <a:ext cx="2771639" cy="49707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16754" y="2268014"/>
            <a:ext cx="2785289" cy="1111518"/>
          </a:xfrm>
        </p:spPr>
        <p:txBody>
          <a:bodyPr anchor="b"/>
          <a:lstStyle>
            <a:lvl1pPr marL="0" indent="0">
              <a:buNone/>
              <a:defRPr sz="1720" b="1"/>
            </a:lvl1pPr>
            <a:lvl2pPr marL="327584" indent="0">
              <a:buNone/>
              <a:defRPr sz="1433" b="1"/>
            </a:lvl2pPr>
            <a:lvl3pPr marL="655168" indent="0">
              <a:buNone/>
              <a:defRPr sz="1290" b="1"/>
            </a:lvl3pPr>
            <a:lvl4pPr marL="982751" indent="0">
              <a:buNone/>
              <a:defRPr sz="1146" b="1"/>
            </a:lvl4pPr>
            <a:lvl5pPr marL="1310335" indent="0">
              <a:buNone/>
              <a:defRPr sz="1146" b="1"/>
            </a:lvl5pPr>
            <a:lvl6pPr marL="1637919" indent="0">
              <a:buNone/>
              <a:defRPr sz="1146" b="1"/>
            </a:lvl6pPr>
            <a:lvl7pPr marL="1965503" indent="0">
              <a:buNone/>
              <a:defRPr sz="1146" b="1"/>
            </a:lvl7pPr>
            <a:lvl8pPr marL="2293087" indent="0">
              <a:buNone/>
              <a:defRPr sz="1146" b="1"/>
            </a:lvl8pPr>
            <a:lvl9pPr marL="2620670" indent="0">
              <a:buNone/>
              <a:defRPr sz="11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16754" y="3379532"/>
            <a:ext cx="2785289" cy="49707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B5553-0EF7-4222-AD4D-B9DF44803BAD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903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03357-7D8F-4C3E-B154-BD95DF5D8AD2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670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0BF9E-2460-47D7-A97E-9F3DFD456E55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1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616797"/>
            <a:ext cx="2113066" cy="2158788"/>
          </a:xfrm>
        </p:spPr>
        <p:txBody>
          <a:bodyPr anchor="b"/>
          <a:lstStyle>
            <a:lvl1pPr>
              <a:defRPr sz="229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5289" y="1332112"/>
            <a:ext cx="3316754" cy="6574881"/>
          </a:xfrm>
        </p:spPr>
        <p:txBody>
          <a:bodyPr/>
          <a:lstStyle>
            <a:lvl1pPr>
              <a:defRPr sz="2293"/>
            </a:lvl1pPr>
            <a:lvl2pPr>
              <a:defRPr sz="2006"/>
            </a:lvl2pPr>
            <a:lvl3pPr>
              <a:defRPr sz="1720"/>
            </a:lvl3pPr>
            <a:lvl4pPr>
              <a:defRPr sz="1433"/>
            </a:lvl4pPr>
            <a:lvl5pPr>
              <a:defRPr sz="1433"/>
            </a:lvl5pPr>
            <a:lvl6pPr>
              <a:defRPr sz="1433"/>
            </a:lvl6pPr>
            <a:lvl7pPr>
              <a:defRPr sz="1433"/>
            </a:lvl7pPr>
            <a:lvl8pPr>
              <a:defRPr sz="1433"/>
            </a:lvl8pPr>
            <a:lvl9pPr>
              <a:defRPr sz="143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1277" y="2775585"/>
            <a:ext cx="2113066" cy="5142115"/>
          </a:xfrm>
        </p:spPr>
        <p:txBody>
          <a:bodyPr/>
          <a:lstStyle>
            <a:lvl1pPr marL="0" indent="0">
              <a:buNone/>
              <a:defRPr sz="1146"/>
            </a:lvl1pPr>
            <a:lvl2pPr marL="327584" indent="0">
              <a:buNone/>
              <a:defRPr sz="1003"/>
            </a:lvl2pPr>
            <a:lvl3pPr marL="655168" indent="0">
              <a:buNone/>
              <a:defRPr sz="860"/>
            </a:lvl3pPr>
            <a:lvl4pPr marL="982751" indent="0">
              <a:buNone/>
              <a:defRPr sz="717"/>
            </a:lvl4pPr>
            <a:lvl5pPr marL="1310335" indent="0">
              <a:buNone/>
              <a:defRPr sz="717"/>
            </a:lvl5pPr>
            <a:lvl6pPr marL="1637919" indent="0">
              <a:buNone/>
              <a:defRPr sz="717"/>
            </a:lvl6pPr>
            <a:lvl7pPr marL="1965503" indent="0">
              <a:buNone/>
              <a:defRPr sz="717"/>
            </a:lvl7pPr>
            <a:lvl8pPr marL="2293087" indent="0">
              <a:buNone/>
              <a:defRPr sz="717"/>
            </a:lvl8pPr>
            <a:lvl9pPr marL="2620670" indent="0">
              <a:buNone/>
              <a:defRPr sz="71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C6DC0-B0CC-4DAE-BF6E-F5491584EC2A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244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616797"/>
            <a:ext cx="2113066" cy="2158788"/>
          </a:xfrm>
        </p:spPr>
        <p:txBody>
          <a:bodyPr anchor="b"/>
          <a:lstStyle>
            <a:lvl1pPr>
              <a:defRPr sz="229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85289" y="1332112"/>
            <a:ext cx="3316754" cy="6574881"/>
          </a:xfrm>
        </p:spPr>
        <p:txBody>
          <a:bodyPr anchor="t"/>
          <a:lstStyle>
            <a:lvl1pPr marL="0" indent="0">
              <a:buNone/>
              <a:defRPr sz="2293"/>
            </a:lvl1pPr>
            <a:lvl2pPr marL="327584" indent="0">
              <a:buNone/>
              <a:defRPr sz="2006"/>
            </a:lvl2pPr>
            <a:lvl3pPr marL="655168" indent="0">
              <a:buNone/>
              <a:defRPr sz="1720"/>
            </a:lvl3pPr>
            <a:lvl4pPr marL="982751" indent="0">
              <a:buNone/>
              <a:defRPr sz="1433"/>
            </a:lvl4pPr>
            <a:lvl5pPr marL="1310335" indent="0">
              <a:buNone/>
              <a:defRPr sz="1433"/>
            </a:lvl5pPr>
            <a:lvl6pPr marL="1637919" indent="0">
              <a:buNone/>
              <a:defRPr sz="1433"/>
            </a:lvl6pPr>
            <a:lvl7pPr marL="1965503" indent="0">
              <a:buNone/>
              <a:defRPr sz="1433"/>
            </a:lvl7pPr>
            <a:lvl8pPr marL="2293087" indent="0">
              <a:buNone/>
              <a:defRPr sz="1433"/>
            </a:lvl8pPr>
            <a:lvl9pPr marL="2620670" indent="0">
              <a:buNone/>
              <a:defRPr sz="1433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1277" y="2775585"/>
            <a:ext cx="2113066" cy="5142115"/>
          </a:xfrm>
        </p:spPr>
        <p:txBody>
          <a:bodyPr/>
          <a:lstStyle>
            <a:lvl1pPr marL="0" indent="0">
              <a:buNone/>
              <a:defRPr sz="1146"/>
            </a:lvl1pPr>
            <a:lvl2pPr marL="327584" indent="0">
              <a:buNone/>
              <a:defRPr sz="1003"/>
            </a:lvl2pPr>
            <a:lvl3pPr marL="655168" indent="0">
              <a:buNone/>
              <a:defRPr sz="860"/>
            </a:lvl3pPr>
            <a:lvl4pPr marL="982751" indent="0">
              <a:buNone/>
              <a:defRPr sz="717"/>
            </a:lvl4pPr>
            <a:lvl5pPr marL="1310335" indent="0">
              <a:buNone/>
              <a:defRPr sz="717"/>
            </a:lvl5pPr>
            <a:lvl6pPr marL="1637919" indent="0">
              <a:buNone/>
              <a:defRPr sz="717"/>
            </a:lvl6pPr>
            <a:lvl7pPr marL="1965503" indent="0">
              <a:buNone/>
              <a:defRPr sz="717"/>
            </a:lvl7pPr>
            <a:lvl8pPr marL="2293087" indent="0">
              <a:buNone/>
              <a:defRPr sz="717"/>
            </a:lvl8pPr>
            <a:lvl9pPr marL="2620670" indent="0">
              <a:buNone/>
              <a:defRPr sz="71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F4339-ED3C-413D-A913-2E4C0CAC614A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028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93469-56C2-4D9B-8248-54D64A5567BF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869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88498" y="492581"/>
            <a:ext cx="1412692" cy="78406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0424" y="492581"/>
            <a:ext cx="4156179" cy="78406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563D7-61A1-4068-A828-12807C55F23E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603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37DFE21-A543-D248-FD33-435A68893D12}"/>
              </a:ext>
            </a:extLst>
          </p:cNvPr>
          <p:cNvSpPr txBox="1"/>
          <p:nvPr/>
        </p:nvSpPr>
        <p:spPr>
          <a:xfrm>
            <a:off x="387802" y="179975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전체 사이즈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18.2*25.7cm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인쇄 가이드 </a:t>
            </a:r>
            <a:r>
              <a:rPr lang="ko-KR" altLang="en-US" sz="1681" b="1" spc="280" dirty="0" err="1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양옆위아래</a:t>
            </a: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0.5cm</a:t>
            </a:r>
          </a:p>
        </p:txBody>
      </p:sp>
      <p:sp>
        <p:nvSpPr>
          <p:cNvPr id="85" name="슬라이드 번호 개체 틀 17">
            <a:extLst>
              <a:ext uri="{FF2B5EF4-FFF2-40B4-BE49-F238E27FC236}">
                <a16:creationId xmlns:a16="http://schemas.microsoft.com/office/drawing/2014/main" id="{0F721311-D04A-9267-ED67-5CD86DA7C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62663" y="8384512"/>
            <a:ext cx="1474113" cy="492581"/>
          </a:xfrm>
        </p:spPr>
        <p:txBody>
          <a:bodyPr/>
          <a:lstStyle/>
          <a:p>
            <a:r>
              <a:rPr lang="en-US" altLang="ko-KR" sz="934" dirty="0"/>
              <a:t>0</a:t>
            </a:r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3F7F101-0585-6B9F-9FC0-6D6FC1001F0A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408CE3C-53AC-ADD3-1CE3-3C7EF195E8E7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23ADFC-5724-79C7-478C-F8E7E0C873A6}"/>
              </a:ext>
            </a:extLst>
          </p:cNvPr>
          <p:cNvSpPr/>
          <p:nvPr userDrawn="1"/>
        </p:nvSpPr>
        <p:spPr>
          <a:xfrm>
            <a:off x="1067534" y="914406"/>
            <a:ext cx="4572000" cy="781200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2876C4-E0F8-3C01-CD1A-88A2B8B0B048}"/>
              </a:ext>
            </a:extLst>
          </p:cNvPr>
          <p:cNvSpPr txBox="1"/>
          <p:nvPr userDrawn="1"/>
        </p:nvSpPr>
        <p:spPr>
          <a:xfrm>
            <a:off x="376991" y="2114604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오른쪽 페이지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왼쪽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2.5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오른쪽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위쪽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아래쪽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 </a:t>
            </a:r>
          </a:p>
        </p:txBody>
      </p:sp>
    </p:spTree>
    <p:extLst>
      <p:ext uri="{BB962C8B-B14F-4D97-AF65-F5344CB8AC3E}">
        <p14:creationId xmlns:p14="http://schemas.microsoft.com/office/powerpoint/2010/main" val="3187289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61713A-B93B-B9AD-D04A-C485DB6D6A1B}"/>
              </a:ext>
            </a:extLst>
          </p:cNvPr>
          <p:cNvSpPr txBox="1"/>
          <p:nvPr userDrawn="1"/>
        </p:nvSpPr>
        <p:spPr>
          <a:xfrm>
            <a:off x="387802" y="179975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전체 사이즈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18.2*25.7cm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인쇄 가이드 </a:t>
            </a:r>
            <a:r>
              <a:rPr lang="ko-KR" altLang="en-US" sz="1681" b="1" spc="280" dirty="0" err="1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양옆위아래</a:t>
            </a: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0.5cm</a:t>
            </a:r>
          </a:p>
        </p:txBody>
      </p:sp>
      <p:sp>
        <p:nvSpPr>
          <p:cNvPr id="4" name="슬라이드 번호 개체 틀 17">
            <a:extLst>
              <a:ext uri="{FF2B5EF4-FFF2-40B4-BE49-F238E27FC236}">
                <a16:creationId xmlns:a16="http://schemas.microsoft.com/office/drawing/2014/main" id="{38136E1D-18B2-917E-8A59-92A98F9C3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469" y="8384512"/>
            <a:ext cx="1474113" cy="492581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ko-KR" sz="934"/>
              <a:t>0</a:t>
            </a:r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95B7E4A-ACCA-8884-9100-DE16FCA1FEB3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6D929B-E2F6-42A4-AE52-0B71566D8CEB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1E1A8F-E87C-E270-0E81-92FC88CD683F}"/>
              </a:ext>
            </a:extLst>
          </p:cNvPr>
          <p:cNvSpPr/>
          <p:nvPr userDrawn="1"/>
        </p:nvSpPr>
        <p:spPr>
          <a:xfrm>
            <a:off x="906893" y="914406"/>
            <a:ext cx="4587996" cy="781200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6F9729-ED8B-606C-955F-F4EA52A8AB8F}"/>
              </a:ext>
            </a:extLst>
          </p:cNvPr>
          <p:cNvSpPr txBox="1"/>
          <p:nvPr userDrawn="1"/>
        </p:nvSpPr>
        <p:spPr>
          <a:xfrm>
            <a:off x="376991" y="2114604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왼쪽 페이지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왼쪽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오른쪽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2.5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위쪽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아래쪽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 </a:t>
            </a:r>
          </a:p>
        </p:txBody>
      </p:sp>
    </p:spTree>
    <p:extLst>
      <p:ext uri="{BB962C8B-B14F-4D97-AF65-F5344CB8AC3E}">
        <p14:creationId xmlns:p14="http://schemas.microsoft.com/office/powerpoint/2010/main" val="15145778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203ABBF-A026-B45E-68A6-CA18A35E6ACF}"/>
              </a:ext>
            </a:extLst>
          </p:cNvPr>
          <p:cNvSpPr/>
          <p:nvPr userDrawn="1"/>
        </p:nvSpPr>
        <p:spPr>
          <a:xfrm>
            <a:off x="1067534" y="914406"/>
            <a:ext cx="4572000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08AD72E-6B7A-B8DC-C91B-607F2F4D9CCF}"/>
              </a:ext>
            </a:extLst>
          </p:cNvPr>
          <p:cNvCxnSpPr>
            <a:cxnSpLocks/>
          </p:cNvCxnSpPr>
          <p:nvPr userDrawn="1"/>
        </p:nvCxnSpPr>
        <p:spPr>
          <a:xfrm>
            <a:off x="3936218" y="4390231"/>
            <a:ext cx="1787434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FC000A6-B495-4073-44DD-9EFAFF3A346E}"/>
              </a:ext>
            </a:extLst>
          </p:cNvPr>
          <p:cNvGrpSpPr/>
          <p:nvPr userDrawn="1"/>
        </p:nvGrpSpPr>
        <p:grpSpPr>
          <a:xfrm>
            <a:off x="822463" y="699254"/>
            <a:ext cx="3340200" cy="627616"/>
            <a:chOff x="242887" y="187648"/>
            <a:chExt cx="4724702" cy="88864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37DFE21-A543-D248-FD33-435A68893D12}"/>
                </a:ext>
              </a:extLst>
            </p:cNvPr>
            <p:cNvSpPr txBox="1"/>
            <p:nvPr/>
          </p:nvSpPr>
          <p:spPr>
            <a:xfrm>
              <a:off x="1043042" y="449506"/>
              <a:ext cx="3924547" cy="626784"/>
            </a:xfrm>
            <a:prstGeom prst="rect">
              <a:avLst/>
            </a:prstGeom>
            <a:noFill/>
            <a:ln>
              <a:solidFill>
                <a:schemeClr val="tx1">
                  <a:alpha val="0"/>
                </a:schemeClr>
              </a:solidFill>
            </a:ln>
          </p:spPr>
          <p:txBody>
            <a:bodyPr wrap="square" lIns="91430" tIns="45715" rIns="91430" bIns="45715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681" b="1" spc="280" dirty="0">
                  <a:ln>
                    <a:solidFill>
                      <a:srgbClr val="75C3B6">
                        <a:alpha val="0"/>
                      </a:srgb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프로그램 언어</a:t>
              </a:r>
              <a:r>
                <a:rPr lang="en-US" altLang="ko-KR" sz="1681" b="1" spc="280" dirty="0">
                  <a:ln>
                    <a:solidFill>
                      <a:srgbClr val="75C3B6">
                        <a:alpha val="0"/>
                      </a:srgb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_Python</a:t>
              </a: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92626397-EC88-1CEF-4F6C-1D113483DA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887" y="187648"/>
              <a:ext cx="924139" cy="862012"/>
            </a:xfrm>
            <a:prstGeom prst="rect">
              <a:avLst/>
            </a:prstGeom>
          </p:spPr>
        </p:pic>
      </p:grpSp>
      <p:sp>
        <p:nvSpPr>
          <p:cNvPr id="99" name="Text Placeholder 2">
            <a:extLst>
              <a:ext uri="{FF2B5EF4-FFF2-40B4-BE49-F238E27FC236}">
                <a16:creationId xmlns:a16="http://schemas.microsoft.com/office/drawing/2014/main" id="{4F5CFFB1-1B2A-C890-8414-1DDEA0DBB87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620645" y="4434391"/>
            <a:ext cx="3107006" cy="4925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868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제목</a:t>
            </a:r>
            <a:r>
              <a:rPr lang="en-US" altLang="ko-KR" dirty="0"/>
              <a:t>[</a:t>
            </a:r>
            <a:r>
              <a:rPr lang="ko-KR" altLang="en-US" dirty="0" err="1"/>
              <a:t>맑은고딕</a:t>
            </a:r>
            <a:r>
              <a:rPr lang="en-US" altLang="ko-KR" dirty="0"/>
              <a:t>:20]</a:t>
            </a:r>
          </a:p>
        </p:txBody>
      </p:sp>
      <p:sp>
        <p:nvSpPr>
          <p:cNvPr id="102" name="Title 1">
            <a:extLst>
              <a:ext uri="{FF2B5EF4-FFF2-40B4-BE49-F238E27FC236}">
                <a16:creationId xmlns:a16="http://schemas.microsoft.com/office/drawing/2014/main" id="{4175E15D-E067-24D4-D64B-DF7DFE269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91977" y="2908638"/>
            <a:ext cx="1674028" cy="1548826"/>
          </a:xfrm>
        </p:spPr>
        <p:txBody>
          <a:bodyPr>
            <a:noAutofit/>
          </a:bodyPr>
          <a:lstStyle>
            <a:lvl1pPr algn="r">
              <a:defRPr sz="14010" b="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altLang="ko-KR" dirty="0"/>
              <a:t>1</a:t>
            </a:r>
            <a:endParaRPr lang="en-US" dirty="0"/>
          </a:p>
        </p:txBody>
      </p:sp>
      <p:sp>
        <p:nvSpPr>
          <p:cNvPr id="3" name="슬라이드 번호 개체 틀 17">
            <a:extLst>
              <a:ext uri="{FF2B5EF4-FFF2-40B4-BE49-F238E27FC236}">
                <a16:creationId xmlns:a16="http://schemas.microsoft.com/office/drawing/2014/main" id="{55FBD318-9A3E-3F8D-E7C0-BB425F7F743B}"/>
              </a:ext>
            </a:extLst>
          </p:cNvPr>
          <p:cNvSpPr txBox="1">
            <a:spLocks/>
          </p:cNvSpPr>
          <p:nvPr userDrawn="1"/>
        </p:nvSpPr>
        <p:spPr>
          <a:xfrm>
            <a:off x="4162663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0DFA0C-7E7B-207C-349F-BC03697201DA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rgbClr val="F4F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0CC8000-10BF-2E3C-6889-AA709CE9D4F4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 w="3175">
            <a:solidFill>
              <a:srgbClr val="F4F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391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다른 페이지 연결선 6">
            <a:extLst>
              <a:ext uri="{FF2B5EF4-FFF2-40B4-BE49-F238E27FC236}">
                <a16:creationId xmlns:a16="http://schemas.microsoft.com/office/drawing/2014/main" id="{FEEFF42E-A429-EA25-A58D-8AD385973AAD}"/>
              </a:ext>
            </a:extLst>
          </p:cNvPr>
          <p:cNvSpPr/>
          <p:nvPr userDrawn="1"/>
        </p:nvSpPr>
        <p:spPr>
          <a:xfrm>
            <a:off x="971265" y="797755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D48BE50-BCA8-A34D-1EF3-8B6177B6B0A0}"/>
              </a:ext>
            </a:extLst>
          </p:cNvPr>
          <p:cNvCxnSpPr>
            <a:cxnSpLocks/>
          </p:cNvCxnSpPr>
          <p:nvPr userDrawn="1"/>
        </p:nvCxnSpPr>
        <p:spPr>
          <a:xfrm>
            <a:off x="1479651" y="1198688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Title 1">
            <a:extLst>
              <a:ext uri="{FF2B5EF4-FFF2-40B4-BE49-F238E27FC236}">
                <a16:creationId xmlns:a16="http://schemas.microsoft.com/office/drawing/2014/main" id="{9EC32A93-32BB-E7BE-9131-89D7050B4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6865" y="922151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FBD99102-7F57-D8CF-A9EE-5961030AC8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2683" y="1435291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60DFB6C8-339C-81E4-792B-44AE557BE12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16366" y="1609674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85" name="Text Placeholder 2">
            <a:extLst>
              <a:ext uri="{FF2B5EF4-FFF2-40B4-BE49-F238E27FC236}">
                <a16:creationId xmlns:a16="http://schemas.microsoft.com/office/drawing/2014/main" id="{36EB128A-F529-0546-0737-A73B6CD55FD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52306" y="3645755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>
              <a:buFont typeface="Arial" panose="020B0604020202020204" pitchFamily="34" charset="0"/>
              <a:buChar char="•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BF5E3740-00CD-7E4B-8DA8-4AF65F0398B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15990" y="3820138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E7BFB79-A40E-BA52-44A7-46039F0DD1F5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582FD4-E286-E067-9093-7B412A2CD5B1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40A37B-6387-504F-DB0A-7743C2C7EB02}"/>
              </a:ext>
            </a:extLst>
          </p:cNvPr>
          <p:cNvSpPr/>
          <p:nvPr userDrawn="1"/>
        </p:nvSpPr>
        <p:spPr>
          <a:xfrm>
            <a:off x="906893" y="914406"/>
            <a:ext cx="4587996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슬라이드 번호 개체 틀 17">
            <a:extLst>
              <a:ext uri="{FF2B5EF4-FFF2-40B4-BE49-F238E27FC236}">
                <a16:creationId xmlns:a16="http://schemas.microsoft.com/office/drawing/2014/main" id="{8397F0A1-B839-488F-4899-66A484B56E7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00469" y="8384512"/>
            <a:ext cx="1474113" cy="492581"/>
          </a:xfrm>
        </p:spPr>
        <p:txBody>
          <a:bodyPr/>
          <a:lstStyle>
            <a:lvl1pPr algn="l">
              <a:defRPr/>
            </a:lvl1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</p:spTree>
    <p:extLst>
      <p:ext uri="{BB962C8B-B14F-4D97-AF65-F5344CB8AC3E}">
        <p14:creationId xmlns:p14="http://schemas.microsoft.com/office/powerpoint/2010/main" val="3620203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다른 페이지 연결선 6">
            <a:extLst>
              <a:ext uri="{FF2B5EF4-FFF2-40B4-BE49-F238E27FC236}">
                <a16:creationId xmlns:a16="http://schemas.microsoft.com/office/drawing/2014/main" id="{7A6ED1AD-0D4E-3C5A-C967-F297CC00ABBE}"/>
              </a:ext>
            </a:extLst>
          </p:cNvPr>
          <p:cNvSpPr/>
          <p:nvPr userDrawn="1"/>
        </p:nvSpPr>
        <p:spPr>
          <a:xfrm>
            <a:off x="1072750" y="785402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C8C9800-4199-6A36-7730-666913A4A613}"/>
              </a:ext>
            </a:extLst>
          </p:cNvPr>
          <p:cNvCxnSpPr>
            <a:cxnSpLocks/>
          </p:cNvCxnSpPr>
          <p:nvPr userDrawn="1"/>
        </p:nvCxnSpPr>
        <p:spPr>
          <a:xfrm>
            <a:off x="1581137" y="1186335"/>
            <a:ext cx="4055639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29EBEED-7F25-B73B-7593-CDE62DE55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345" y="909798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960B4CB-AA52-24B6-1EFE-A6491595C510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1067534" y="1414471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3" name="슬라이드 번호 개체 틀 17">
            <a:extLst>
              <a:ext uri="{FF2B5EF4-FFF2-40B4-BE49-F238E27FC236}">
                <a16:creationId xmlns:a16="http://schemas.microsoft.com/office/drawing/2014/main" id="{234AC8EE-F36A-1B07-AF10-EB64BD3C83C6}"/>
              </a:ext>
            </a:extLst>
          </p:cNvPr>
          <p:cNvSpPr txBox="1">
            <a:spLocks/>
          </p:cNvSpPr>
          <p:nvPr userDrawn="1"/>
        </p:nvSpPr>
        <p:spPr>
          <a:xfrm>
            <a:off x="4162663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655327-DAAD-159C-D84A-168AF1D85720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4831047-B281-D07C-7CAB-39933E7E8A87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B90F12-7E14-FF35-8DDD-02447DA44E66}"/>
              </a:ext>
            </a:extLst>
          </p:cNvPr>
          <p:cNvSpPr/>
          <p:nvPr userDrawn="1"/>
        </p:nvSpPr>
        <p:spPr>
          <a:xfrm>
            <a:off x="1067534" y="914406"/>
            <a:ext cx="4572000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845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2F2A2DA-A218-05B0-B05D-2FDE789782B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98322" y="1497080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0EF5C-B4D2-7F68-C96C-5163554121D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62006" y="1671463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D5FE957-21EE-39BA-24A8-80923A80E05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97946" y="3707544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>
              <a:buFont typeface="Arial" panose="020B0604020202020204" pitchFamily="34" charset="0"/>
              <a:buChar char="•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F4934E5-1ACB-AAAA-1CFC-096C2BADAA0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61629" y="3881927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45088CD-F0E5-3327-8A29-738A26D37DE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31773" y="93350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121" b="0">
                <a:solidFill>
                  <a:schemeClr val="bg1"/>
                </a:solidFill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:12, </a:t>
            </a:r>
            <a:r>
              <a:rPr lang="ko-KR" altLang="en-US" dirty="0"/>
              <a:t>흰색</a:t>
            </a:r>
            <a:r>
              <a:rPr lang="en-US" altLang="ko-KR" dirty="0"/>
              <a:t>]</a:t>
            </a:r>
          </a:p>
        </p:txBody>
      </p:sp>
      <p:sp>
        <p:nvSpPr>
          <p:cNvPr id="7" name="슬라이드 번호 개체 틀 17">
            <a:extLst>
              <a:ext uri="{FF2B5EF4-FFF2-40B4-BE49-F238E27FC236}">
                <a16:creationId xmlns:a16="http://schemas.microsoft.com/office/drawing/2014/main" id="{F88C35A7-717C-526B-398E-F513A4AAA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469" y="8384512"/>
            <a:ext cx="1474113" cy="492581"/>
          </a:xfrm>
        </p:spPr>
        <p:txBody>
          <a:bodyPr/>
          <a:lstStyle>
            <a:lvl1pPr algn="l">
              <a:defRPr/>
            </a:lvl1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04A71B7-635A-BEB0-0699-EDF69AE39DBA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EE99100-1F0C-4082-4085-92B8B1B706E8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7D88B28-9E4A-1531-69A7-DFF5F93226BB}"/>
              </a:ext>
            </a:extLst>
          </p:cNvPr>
          <p:cNvSpPr/>
          <p:nvPr userDrawn="1"/>
        </p:nvSpPr>
        <p:spPr>
          <a:xfrm>
            <a:off x="906893" y="914406"/>
            <a:ext cx="4587996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8155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BC2CA49-147A-84C9-0AD4-64586C429E2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32536" y="1472366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6B8A381-58A8-4D04-31A5-E24085B535F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096219" y="1646749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82874678-789F-1EE2-D97F-33A26DB8354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032160" y="3682830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>
              <a:buFont typeface="Arial" panose="020B0604020202020204" pitchFamily="34" charset="0"/>
              <a:buChar char="•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A83C7BFC-E7B7-2FF5-463E-62455CD7DBA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095843" y="3857213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EFEB078-BCE9-5A26-AC39-0E5CFE98BCA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65987" y="93350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121" b="0">
                <a:solidFill>
                  <a:schemeClr val="bg1"/>
                </a:solidFill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:12, </a:t>
            </a:r>
            <a:r>
              <a:rPr lang="ko-KR" altLang="en-US" dirty="0"/>
              <a:t>흰색</a:t>
            </a:r>
            <a:r>
              <a:rPr lang="en-US" altLang="ko-KR" dirty="0"/>
              <a:t>]</a:t>
            </a:r>
          </a:p>
        </p:txBody>
      </p:sp>
      <p:sp>
        <p:nvSpPr>
          <p:cNvPr id="2" name="슬라이드 번호 개체 틀 17">
            <a:extLst>
              <a:ext uri="{FF2B5EF4-FFF2-40B4-BE49-F238E27FC236}">
                <a16:creationId xmlns:a16="http://schemas.microsoft.com/office/drawing/2014/main" id="{33E74F1E-6DAA-03AD-565D-5436B25FD800}"/>
              </a:ext>
            </a:extLst>
          </p:cNvPr>
          <p:cNvSpPr txBox="1">
            <a:spLocks/>
          </p:cNvSpPr>
          <p:nvPr userDrawn="1"/>
        </p:nvSpPr>
        <p:spPr>
          <a:xfrm>
            <a:off x="4162663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F844DB8-6953-8298-50A0-39C8806FB647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72B076-99DB-B6D6-C3C8-EF10B8DEF90A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E0DBF6D-91F3-8FDC-3F0C-EEC469AFE8FA}"/>
              </a:ext>
            </a:extLst>
          </p:cNvPr>
          <p:cNvSpPr/>
          <p:nvPr userDrawn="1"/>
        </p:nvSpPr>
        <p:spPr>
          <a:xfrm>
            <a:off x="1067534" y="914406"/>
            <a:ext cx="4572000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1058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순서도: 다른 페이지 연결선 37">
            <a:extLst>
              <a:ext uri="{FF2B5EF4-FFF2-40B4-BE49-F238E27FC236}">
                <a16:creationId xmlns:a16="http://schemas.microsoft.com/office/drawing/2014/main" id="{AFDABB11-1177-B3AF-C0F7-49FDDF361D52}"/>
              </a:ext>
            </a:extLst>
          </p:cNvPr>
          <p:cNvSpPr/>
          <p:nvPr userDrawn="1"/>
        </p:nvSpPr>
        <p:spPr>
          <a:xfrm>
            <a:off x="995979" y="785402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8AD42835-43C3-AB15-0920-7D5D3CB55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579" y="909798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7B25731-EE45-269E-C253-FB73DEDEC6FA}"/>
              </a:ext>
            </a:extLst>
          </p:cNvPr>
          <p:cNvCxnSpPr>
            <a:cxnSpLocks/>
          </p:cNvCxnSpPr>
          <p:nvPr userDrawn="1"/>
        </p:nvCxnSpPr>
        <p:spPr>
          <a:xfrm>
            <a:off x="1504365" y="1186335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EFAEEED-0306-E68A-711B-7644501B9B1B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915427" y="1329197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4" name="슬라이드 번호 개체 틀 17">
            <a:extLst>
              <a:ext uri="{FF2B5EF4-FFF2-40B4-BE49-F238E27FC236}">
                <a16:creationId xmlns:a16="http://schemas.microsoft.com/office/drawing/2014/main" id="{82F2E7FB-958B-C8EA-1F3E-B8414C4F5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469" y="8384512"/>
            <a:ext cx="1474113" cy="492581"/>
          </a:xfrm>
        </p:spPr>
        <p:txBody>
          <a:bodyPr/>
          <a:lstStyle>
            <a:lvl1pPr algn="l">
              <a:defRPr/>
            </a:lvl1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1FA03F-B34D-E395-C2B3-180708875074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0BADDE5-A3FE-AADB-1A02-FB4D8FC9B496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BCC74E5-DCDE-7259-4A82-DBBD7B81AC97}"/>
              </a:ext>
            </a:extLst>
          </p:cNvPr>
          <p:cNvSpPr/>
          <p:nvPr userDrawn="1"/>
        </p:nvSpPr>
        <p:spPr>
          <a:xfrm>
            <a:off x="906893" y="914406"/>
            <a:ext cx="4587996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90658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순서도: 다른 페이지 연결선 22">
            <a:extLst>
              <a:ext uri="{FF2B5EF4-FFF2-40B4-BE49-F238E27FC236}">
                <a16:creationId xmlns:a16="http://schemas.microsoft.com/office/drawing/2014/main" id="{5AFAD81B-BA47-20DA-B155-1D2290CAC6D0}"/>
              </a:ext>
            </a:extLst>
          </p:cNvPr>
          <p:cNvSpPr/>
          <p:nvPr userDrawn="1"/>
        </p:nvSpPr>
        <p:spPr>
          <a:xfrm>
            <a:off x="1120879" y="797759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7AE9E3AD-1745-895D-25BB-C850225FB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478" y="922155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6DDEAE-CE3F-FC42-81E3-9269E50B37A5}"/>
              </a:ext>
            </a:extLst>
          </p:cNvPr>
          <p:cNvSpPr txBox="1">
            <a:spLocks/>
          </p:cNvSpPr>
          <p:nvPr userDrawn="1"/>
        </p:nvSpPr>
        <p:spPr>
          <a:xfrm>
            <a:off x="1126539" y="894515"/>
            <a:ext cx="456261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68" b="0" dirty="0">
                <a:solidFill>
                  <a:schemeClr val="bg1"/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rPr>
              <a:t>01</a:t>
            </a:r>
            <a:endParaRPr lang="en-US" sz="1868" b="0" dirty="0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E1C0352-0C3A-7B44-9BE8-1D278F7FA8E3}"/>
              </a:ext>
            </a:extLst>
          </p:cNvPr>
          <p:cNvCxnSpPr>
            <a:cxnSpLocks/>
          </p:cNvCxnSpPr>
          <p:nvPr userDrawn="1"/>
        </p:nvCxnSpPr>
        <p:spPr>
          <a:xfrm>
            <a:off x="1629265" y="1198692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EF1CDED5-6CFE-6E1C-E71F-2076929226ED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1040326" y="1341554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4573B4A-2700-CCC7-FE3A-0EDC719ABAF7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141499" y="1575182"/>
            <a:ext cx="4545983" cy="761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480403" indent="-160134">
              <a:lnSpc>
                <a:spcPct val="150000"/>
              </a:lnSpc>
              <a:buFont typeface="Wingdings" panose="05000000000000000000" pitchFamily="2" charset="2"/>
              <a:buChar char="ü"/>
              <a:defRPr sz="934">
                <a:latin typeface="+mn-ea"/>
                <a:ea typeface="+mn-ea"/>
              </a:defRPr>
            </a:lvl2pPr>
            <a:lvl3pPr marL="640537" indent="0">
              <a:buNone/>
              <a:defRPr/>
            </a:lvl3pPr>
          </a:lstStyle>
          <a:p>
            <a:pPr lvl="1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1"/>
            <a:endParaRPr lang="en-US" altLang="ko-KR" dirty="0"/>
          </a:p>
          <a:p>
            <a:pPr lvl="0"/>
            <a:endParaRPr lang="en-US" altLang="ko-KR" dirty="0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B700D324-8AF8-3375-6583-0C43BEB7B7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1141499" y="2481379"/>
            <a:ext cx="4545983" cy="1439688"/>
          </a:xfrm>
        </p:spPr>
        <p:txBody>
          <a:bodyPr anchor="t">
            <a:normAutofit/>
          </a:bodyPr>
          <a:lstStyle>
            <a:lvl1pPr marL="0" indent="0">
              <a:buNone/>
              <a:defRPr sz="1027"/>
            </a:lvl1pPr>
            <a:lvl2pPr marL="320269" indent="0">
              <a:buNone/>
              <a:defRPr sz="1961"/>
            </a:lvl2pPr>
            <a:lvl3pPr marL="640537" indent="0">
              <a:buNone/>
              <a:defRPr sz="1681"/>
            </a:lvl3pPr>
            <a:lvl4pPr marL="960806" indent="0">
              <a:buNone/>
              <a:defRPr sz="1401"/>
            </a:lvl4pPr>
            <a:lvl5pPr marL="1281074" indent="0">
              <a:buNone/>
              <a:defRPr sz="1401"/>
            </a:lvl5pPr>
            <a:lvl6pPr marL="1601343" indent="0">
              <a:buNone/>
              <a:defRPr sz="1401"/>
            </a:lvl6pPr>
            <a:lvl7pPr marL="1921612" indent="0">
              <a:buNone/>
              <a:defRPr sz="1401"/>
            </a:lvl7pPr>
            <a:lvl8pPr marL="2241880" indent="0">
              <a:buNone/>
              <a:defRPr sz="1401"/>
            </a:lvl8pPr>
            <a:lvl9pPr marL="2562149" indent="0">
              <a:buNone/>
              <a:defRPr sz="1401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31" name="순서도: 다른 페이지 연결선 30">
            <a:extLst>
              <a:ext uri="{FF2B5EF4-FFF2-40B4-BE49-F238E27FC236}">
                <a16:creationId xmlns:a16="http://schemas.microsoft.com/office/drawing/2014/main" id="{471B874B-3DAB-0C20-A006-A7DEFC0B0ACF}"/>
              </a:ext>
            </a:extLst>
          </p:cNvPr>
          <p:cNvSpPr/>
          <p:nvPr userDrawn="1"/>
        </p:nvSpPr>
        <p:spPr>
          <a:xfrm>
            <a:off x="1122718" y="4291343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C61AFAC0-3BFF-0D08-4038-E12688A5D4D6}"/>
              </a:ext>
            </a:extLst>
          </p:cNvPr>
          <p:cNvSpPr txBox="1">
            <a:spLocks/>
          </p:cNvSpPr>
          <p:nvPr userDrawn="1"/>
        </p:nvSpPr>
        <p:spPr>
          <a:xfrm>
            <a:off x="1628317" y="4415738"/>
            <a:ext cx="3824236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94"/>
              <a:t>마스터 제목 스타일 편집</a:t>
            </a:r>
            <a:endParaRPr lang="en-US" sz="1494" dirty="0"/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F8F58AFB-C334-4A15-4E1E-C1A603BB3631}"/>
              </a:ext>
            </a:extLst>
          </p:cNvPr>
          <p:cNvSpPr txBox="1">
            <a:spLocks/>
          </p:cNvSpPr>
          <p:nvPr userDrawn="1"/>
        </p:nvSpPr>
        <p:spPr>
          <a:xfrm>
            <a:off x="1128378" y="4388099"/>
            <a:ext cx="456261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68" b="0" dirty="0">
                <a:solidFill>
                  <a:schemeClr val="bg1"/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rPr>
              <a:t>01</a:t>
            </a:r>
            <a:endParaRPr lang="en-US" sz="1868" b="0" dirty="0"/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AF427F5-0C21-4F28-4337-1955F45BAA66}"/>
              </a:ext>
            </a:extLst>
          </p:cNvPr>
          <p:cNvCxnSpPr>
            <a:cxnSpLocks/>
          </p:cNvCxnSpPr>
          <p:nvPr userDrawn="1"/>
        </p:nvCxnSpPr>
        <p:spPr>
          <a:xfrm>
            <a:off x="1631104" y="4692275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AA4DD7CD-9787-FF96-FC78-BFA451341850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042165" y="4835137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4641AD4F-E780-5B5D-CC82-D2FE487AB8A9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1143338" y="5068765"/>
            <a:ext cx="4545983" cy="761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480403" indent="-160134">
              <a:lnSpc>
                <a:spcPct val="150000"/>
              </a:lnSpc>
              <a:buFont typeface="Wingdings" panose="05000000000000000000" pitchFamily="2" charset="2"/>
              <a:buChar char="ü"/>
              <a:defRPr sz="934">
                <a:latin typeface="+mn-ea"/>
                <a:ea typeface="+mn-ea"/>
              </a:defRPr>
            </a:lvl2pPr>
            <a:lvl3pPr marL="640537" indent="0">
              <a:buNone/>
              <a:defRPr/>
            </a:lvl3pPr>
          </a:lstStyle>
          <a:p>
            <a:pPr lvl="1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1"/>
            <a:endParaRPr lang="en-US" altLang="ko-KR" dirty="0"/>
          </a:p>
          <a:p>
            <a:pPr lvl="0"/>
            <a:endParaRPr lang="en-US" altLang="ko-KR" dirty="0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B5400023-7F3A-77D5-2852-005AFE483846}"/>
              </a:ext>
            </a:extLst>
          </p:cNvPr>
          <p:cNvSpPr>
            <a:spLocks noGrp="1" noChangeAspect="1"/>
          </p:cNvSpPr>
          <p:nvPr>
            <p:ph type="pic" idx="24"/>
          </p:nvPr>
        </p:nvSpPr>
        <p:spPr>
          <a:xfrm>
            <a:off x="1143338" y="5974962"/>
            <a:ext cx="4545983" cy="1439688"/>
          </a:xfrm>
        </p:spPr>
        <p:txBody>
          <a:bodyPr anchor="t">
            <a:normAutofit/>
          </a:bodyPr>
          <a:lstStyle>
            <a:lvl1pPr marL="0" indent="0">
              <a:buNone/>
              <a:defRPr sz="1027"/>
            </a:lvl1pPr>
            <a:lvl2pPr marL="320269" indent="0">
              <a:buNone/>
              <a:defRPr sz="1961"/>
            </a:lvl2pPr>
            <a:lvl3pPr marL="640537" indent="0">
              <a:buNone/>
              <a:defRPr sz="1681"/>
            </a:lvl3pPr>
            <a:lvl4pPr marL="960806" indent="0">
              <a:buNone/>
              <a:defRPr sz="1401"/>
            </a:lvl4pPr>
            <a:lvl5pPr marL="1281074" indent="0">
              <a:buNone/>
              <a:defRPr sz="1401"/>
            </a:lvl5pPr>
            <a:lvl6pPr marL="1601343" indent="0">
              <a:buNone/>
              <a:defRPr sz="1401"/>
            </a:lvl6pPr>
            <a:lvl7pPr marL="1921612" indent="0">
              <a:buNone/>
              <a:defRPr sz="1401"/>
            </a:lvl7pPr>
            <a:lvl8pPr marL="2241880" indent="0">
              <a:buNone/>
              <a:defRPr sz="1401"/>
            </a:lvl8pPr>
            <a:lvl9pPr marL="2562149" indent="0">
              <a:buNone/>
              <a:defRPr sz="1401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" name="슬라이드 번호 개체 틀 17">
            <a:extLst>
              <a:ext uri="{FF2B5EF4-FFF2-40B4-BE49-F238E27FC236}">
                <a16:creationId xmlns:a16="http://schemas.microsoft.com/office/drawing/2014/main" id="{18FEC711-1E28-EB57-83C7-988875EDAE89}"/>
              </a:ext>
            </a:extLst>
          </p:cNvPr>
          <p:cNvSpPr txBox="1">
            <a:spLocks/>
          </p:cNvSpPr>
          <p:nvPr userDrawn="1"/>
        </p:nvSpPr>
        <p:spPr>
          <a:xfrm>
            <a:off x="4162663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AB92EA7-684A-A448-6459-F79B0D9B45B8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B548648-FDA3-5527-17AF-FB2097F94E4C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742473-5B40-ABFB-7837-9DC4989941E0}"/>
              </a:ext>
            </a:extLst>
          </p:cNvPr>
          <p:cNvSpPr/>
          <p:nvPr userDrawn="1"/>
        </p:nvSpPr>
        <p:spPr>
          <a:xfrm>
            <a:off x="1067534" y="914406"/>
            <a:ext cx="4572000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7115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다른 페이지 연결선 3">
            <a:extLst>
              <a:ext uri="{FF2B5EF4-FFF2-40B4-BE49-F238E27FC236}">
                <a16:creationId xmlns:a16="http://schemas.microsoft.com/office/drawing/2014/main" id="{5FABF0C7-AE96-FEC1-1944-6467CE2E0FF3}"/>
              </a:ext>
            </a:extLst>
          </p:cNvPr>
          <p:cNvSpPr/>
          <p:nvPr userDrawn="1"/>
        </p:nvSpPr>
        <p:spPr>
          <a:xfrm>
            <a:off x="946551" y="797759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F8A4629-81E4-0E0E-2D95-0FB4BC0AB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151" y="922155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D948CE6-D3F5-2930-188B-DB04E25D20D7}"/>
              </a:ext>
            </a:extLst>
          </p:cNvPr>
          <p:cNvSpPr txBox="1">
            <a:spLocks/>
          </p:cNvSpPr>
          <p:nvPr userDrawn="1"/>
        </p:nvSpPr>
        <p:spPr>
          <a:xfrm>
            <a:off x="952212" y="894515"/>
            <a:ext cx="456261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68" b="0" dirty="0">
                <a:solidFill>
                  <a:schemeClr val="bg1"/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rPr>
              <a:t>01</a:t>
            </a:r>
            <a:endParaRPr lang="en-US" sz="1868" b="0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752AA04-9C77-ECD5-689A-B72E67E33ADC}"/>
              </a:ext>
            </a:extLst>
          </p:cNvPr>
          <p:cNvCxnSpPr>
            <a:cxnSpLocks/>
          </p:cNvCxnSpPr>
          <p:nvPr userDrawn="1"/>
        </p:nvCxnSpPr>
        <p:spPr>
          <a:xfrm>
            <a:off x="1454937" y="1198692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FFCF4D2-F8A0-01DA-18FA-2FAC2675667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65999" y="1341554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6CC5AF9-53BC-3A76-3C42-F1C999B7647A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67171" y="1575182"/>
            <a:ext cx="4545983" cy="761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480403" indent="-160134">
              <a:lnSpc>
                <a:spcPct val="150000"/>
              </a:lnSpc>
              <a:buFont typeface="Wingdings" panose="05000000000000000000" pitchFamily="2" charset="2"/>
              <a:buChar char="ü"/>
              <a:defRPr sz="934">
                <a:latin typeface="+mn-ea"/>
                <a:ea typeface="+mn-ea"/>
              </a:defRPr>
            </a:lvl2pPr>
            <a:lvl3pPr marL="640537" indent="0">
              <a:buNone/>
              <a:defRPr/>
            </a:lvl3pPr>
          </a:lstStyle>
          <a:p>
            <a:pPr lvl="1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1"/>
            <a:endParaRPr lang="en-US" altLang="ko-KR" dirty="0"/>
          </a:p>
          <a:p>
            <a:pPr lvl="0"/>
            <a:endParaRPr lang="en-US" altLang="ko-KR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40AC30C8-2C5F-D482-53D0-5FF1FE4CF2A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967171" y="2481379"/>
            <a:ext cx="4545983" cy="1439688"/>
          </a:xfrm>
        </p:spPr>
        <p:txBody>
          <a:bodyPr anchor="t">
            <a:normAutofit/>
          </a:bodyPr>
          <a:lstStyle>
            <a:lvl1pPr marL="0" indent="0">
              <a:buNone/>
              <a:defRPr sz="1027"/>
            </a:lvl1pPr>
            <a:lvl2pPr marL="320269" indent="0">
              <a:buNone/>
              <a:defRPr sz="1961"/>
            </a:lvl2pPr>
            <a:lvl3pPr marL="640537" indent="0">
              <a:buNone/>
              <a:defRPr sz="1681"/>
            </a:lvl3pPr>
            <a:lvl4pPr marL="960806" indent="0">
              <a:buNone/>
              <a:defRPr sz="1401"/>
            </a:lvl4pPr>
            <a:lvl5pPr marL="1281074" indent="0">
              <a:buNone/>
              <a:defRPr sz="1401"/>
            </a:lvl5pPr>
            <a:lvl6pPr marL="1601343" indent="0">
              <a:buNone/>
              <a:defRPr sz="1401"/>
            </a:lvl6pPr>
            <a:lvl7pPr marL="1921612" indent="0">
              <a:buNone/>
              <a:defRPr sz="1401"/>
            </a:lvl7pPr>
            <a:lvl8pPr marL="2241880" indent="0">
              <a:buNone/>
              <a:defRPr sz="1401"/>
            </a:lvl8pPr>
            <a:lvl9pPr marL="2562149" indent="0">
              <a:buNone/>
              <a:defRPr sz="1401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6" name="순서도: 다른 페이지 연결선 25">
            <a:extLst>
              <a:ext uri="{FF2B5EF4-FFF2-40B4-BE49-F238E27FC236}">
                <a16:creationId xmlns:a16="http://schemas.microsoft.com/office/drawing/2014/main" id="{1FA3DF31-719A-17CD-A129-987510266D8D}"/>
              </a:ext>
            </a:extLst>
          </p:cNvPr>
          <p:cNvSpPr/>
          <p:nvPr userDrawn="1"/>
        </p:nvSpPr>
        <p:spPr>
          <a:xfrm>
            <a:off x="948390" y="4291343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20B0099-C7A0-C71F-2864-C721CF3ED6B0}"/>
              </a:ext>
            </a:extLst>
          </p:cNvPr>
          <p:cNvSpPr txBox="1">
            <a:spLocks/>
          </p:cNvSpPr>
          <p:nvPr userDrawn="1"/>
        </p:nvSpPr>
        <p:spPr>
          <a:xfrm>
            <a:off x="1453990" y="4415738"/>
            <a:ext cx="3824236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94"/>
              <a:t>마스터 제목 스타일 편집</a:t>
            </a:r>
            <a:endParaRPr lang="en-US" sz="1494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15A56448-62FE-916F-B562-8A6FB1E3CEBD}"/>
              </a:ext>
            </a:extLst>
          </p:cNvPr>
          <p:cNvSpPr txBox="1">
            <a:spLocks/>
          </p:cNvSpPr>
          <p:nvPr userDrawn="1"/>
        </p:nvSpPr>
        <p:spPr>
          <a:xfrm>
            <a:off x="954051" y="4388099"/>
            <a:ext cx="456261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68" b="0" dirty="0">
                <a:solidFill>
                  <a:schemeClr val="bg1"/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rPr>
              <a:t>01</a:t>
            </a:r>
            <a:endParaRPr lang="en-US" sz="1868" b="0" dirty="0"/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EB81EAE-86F9-2EC9-18DD-8958E18E0713}"/>
              </a:ext>
            </a:extLst>
          </p:cNvPr>
          <p:cNvCxnSpPr>
            <a:cxnSpLocks/>
          </p:cNvCxnSpPr>
          <p:nvPr userDrawn="1"/>
        </p:nvCxnSpPr>
        <p:spPr>
          <a:xfrm>
            <a:off x="1456776" y="4692275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8318C38B-4A17-E731-31C7-D19C53C8067E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867838" y="4835137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F66B1B6-A6E2-DE77-2A20-77391E2A1B84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69010" y="5068765"/>
            <a:ext cx="4545983" cy="761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480403" indent="-160134">
              <a:lnSpc>
                <a:spcPct val="150000"/>
              </a:lnSpc>
              <a:buFont typeface="Wingdings" panose="05000000000000000000" pitchFamily="2" charset="2"/>
              <a:buChar char="ü"/>
              <a:defRPr sz="934">
                <a:latin typeface="+mn-ea"/>
                <a:ea typeface="+mn-ea"/>
              </a:defRPr>
            </a:lvl2pPr>
            <a:lvl3pPr marL="640537" indent="0">
              <a:buNone/>
              <a:defRPr/>
            </a:lvl3pPr>
          </a:lstStyle>
          <a:p>
            <a:pPr lvl="1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1"/>
            <a:endParaRPr lang="en-US" altLang="ko-KR" dirty="0"/>
          </a:p>
          <a:p>
            <a:pPr lvl="0"/>
            <a:endParaRPr lang="en-US" altLang="ko-KR" dirty="0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172A0B7C-BF4F-D5C2-E759-862BBF676755}"/>
              </a:ext>
            </a:extLst>
          </p:cNvPr>
          <p:cNvSpPr>
            <a:spLocks noGrp="1" noChangeAspect="1"/>
          </p:cNvSpPr>
          <p:nvPr>
            <p:ph type="pic" idx="24"/>
          </p:nvPr>
        </p:nvSpPr>
        <p:spPr>
          <a:xfrm>
            <a:off x="969010" y="5974962"/>
            <a:ext cx="4545983" cy="1439688"/>
          </a:xfrm>
        </p:spPr>
        <p:txBody>
          <a:bodyPr anchor="t">
            <a:normAutofit/>
          </a:bodyPr>
          <a:lstStyle>
            <a:lvl1pPr marL="0" indent="0">
              <a:buNone/>
              <a:defRPr sz="1027"/>
            </a:lvl1pPr>
            <a:lvl2pPr marL="320269" indent="0">
              <a:buNone/>
              <a:defRPr sz="1961"/>
            </a:lvl2pPr>
            <a:lvl3pPr marL="640537" indent="0">
              <a:buNone/>
              <a:defRPr sz="1681"/>
            </a:lvl3pPr>
            <a:lvl4pPr marL="960806" indent="0">
              <a:buNone/>
              <a:defRPr sz="1401"/>
            </a:lvl4pPr>
            <a:lvl5pPr marL="1281074" indent="0">
              <a:buNone/>
              <a:defRPr sz="1401"/>
            </a:lvl5pPr>
            <a:lvl6pPr marL="1601343" indent="0">
              <a:buNone/>
              <a:defRPr sz="1401"/>
            </a:lvl6pPr>
            <a:lvl7pPr marL="1921612" indent="0">
              <a:buNone/>
              <a:defRPr sz="1401"/>
            </a:lvl7pPr>
            <a:lvl8pPr marL="2241880" indent="0">
              <a:buNone/>
              <a:defRPr sz="1401"/>
            </a:lvl8pPr>
            <a:lvl9pPr marL="2562149" indent="0">
              <a:buNone/>
              <a:defRPr sz="1401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6" name="슬라이드 번호 개체 틀 17">
            <a:extLst>
              <a:ext uri="{FF2B5EF4-FFF2-40B4-BE49-F238E27FC236}">
                <a16:creationId xmlns:a16="http://schemas.microsoft.com/office/drawing/2014/main" id="{7BC74A89-0677-292C-725F-7006A3B71001}"/>
              </a:ext>
            </a:extLst>
          </p:cNvPr>
          <p:cNvSpPr txBox="1">
            <a:spLocks/>
          </p:cNvSpPr>
          <p:nvPr userDrawn="1"/>
        </p:nvSpPr>
        <p:spPr>
          <a:xfrm>
            <a:off x="900469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E5E183D-EBE0-0342-7D21-09564255F65A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E37E22-89EF-8425-A190-763275E38E41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12B8211-84BB-06DA-5E23-CD6FB01D57F7}"/>
              </a:ext>
            </a:extLst>
          </p:cNvPr>
          <p:cNvSpPr/>
          <p:nvPr userDrawn="1"/>
        </p:nvSpPr>
        <p:spPr>
          <a:xfrm>
            <a:off x="906893" y="914406"/>
            <a:ext cx="4587996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8761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7E2519A-3B07-6FCD-8588-7355A95BE1DE}"/>
              </a:ext>
            </a:extLst>
          </p:cNvPr>
          <p:cNvSpPr txBox="1">
            <a:spLocks/>
          </p:cNvSpPr>
          <p:nvPr userDrawn="1"/>
        </p:nvSpPr>
        <p:spPr>
          <a:xfrm>
            <a:off x="1569623" y="150665"/>
            <a:ext cx="3824236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1494" dirty="0"/>
              <a:t>오른쪽</a:t>
            </a:r>
            <a:endParaRPr lang="en-US" sz="1494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D70C2A-924D-63C1-A6F0-289C5530E792}"/>
              </a:ext>
            </a:extLst>
          </p:cNvPr>
          <p:cNvSpPr/>
          <p:nvPr userDrawn="1"/>
        </p:nvSpPr>
        <p:spPr>
          <a:xfrm>
            <a:off x="11057" y="808"/>
            <a:ext cx="6173305" cy="817377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656C269-A5D9-2686-A4FE-7F1F2217658F}"/>
              </a:ext>
            </a:extLst>
          </p:cNvPr>
          <p:cNvSpPr/>
          <p:nvPr userDrawn="1"/>
        </p:nvSpPr>
        <p:spPr>
          <a:xfrm>
            <a:off x="843561" y="688529"/>
            <a:ext cx="4766685" cy="685525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C20317-9E38-3F56-C479-CADF21D82103}"/>
              </a:ext>
            </a:extLst>
          </p:cNvPr>
          <p:cNvSpPr txBox="1"/>
          <p:nvPr userDrawn="1"/>
        </p:nvSpPr>
        <p:spPr>
          <a:xfrm>
            <a:off x="1969588" y="5672131"/>
            <a:ext cx="2617448" cy="609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362" b="0" dirty="0">
                <a:solidFill>
                  <a:prstClr val="white">
                    <a:lumMod val="65000"/>
                  </a:prst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감사합니다</a:t>
            </a:r>
            <a:r>
              <a:rPr lang="en-US" altLang="ko-KR" sz="3362" b="0" dirty="0">
                <a:solidFill>
                  <a:prstClr val="white">
                    <a:lumMod val="65000"/>
                  </a:prst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  <a:endParaRPr lang="ko-KR" altLang="en-US" sz="3362" b="0" dirty="0">
              <a:solidFill>
                <a:prstClr val="white">
                  <a:lumMod val="65000"/>
                </a:prstClr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pic>
        <p:nvPicPr>
          <p:cNvPr id="12" name="Picture 2" descr="D:\은경\최종시안\스티커_로봇.png">
            <a:extLst>
              <a:ext uri="{FF2B5EF4-FFF2-40B4-BE49-F238E27FC236}">
                <a16:creationId xmlns:a16="http://schemas.microsoft.com/office/drawing/2014/main" id="{93DEDCA9-233A-10DC-C133-0D190D6040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845" y="2022818"/>
            <a:ext cx="3253374" cy="3180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7446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0424" y="492583"/>
            <a:ext cx="5650766" cy="17882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0424" y="2462903"/>
            <a:ext cx="5650766" cy="5870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0423" y="8575189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5ED4F-5061-4292-B39D-E4856B5F82AF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222" y="8575189"/>
            <a:ext cx="2211169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27077" y="8575189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52EAC-BE29-4AAD-B8A8-A623A2B8589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880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23" r:id="rId12"/>
    <p:sldLayoutId id="2147483724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696" r:id="rId19"/>
    <p:sldLayoutId id="2147483700" r:id="rId20"/>
    <p:sldLayoutId id="2147483699" r:id="rId21"/>
    <p:sldLayoutId id="2147483703" r:id="rId22"/>
  </p:sldLayoutIdLst>
  <p:hf hdr="0" ftr="0" dt="0"/>
  <p:txStyles>
    <p:titleStyle>
      <a:lvl1pPr algn="l" defTabSz="655168" rtl="0" eaLnBrk="1" latinLnBrk="1" hangingPunct="1">
        <a:lnSpc>
          <a:spcPct val="90000"/>
        </a:lnSpc>
        <a:spcBef>
          <a:spcPct val="0"/>
        </a:spcBef>
        <a:buNone/>
        <a:defRPr sz="31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3792" indent="-163792" algn="l" defTabSz="655168" rtl="0" eaLnBrk="1" latinLnBrk="1" hangingPunct="1">
        <a:lnSpc>
          <a:spcPct val="90000"/>
        </a:lnSpc>
        <a:spcBef>
          <a:spcPts val="717"/>
        </a:spcBef>
        <a:buFont typeface="Arial" panose="020B0604020202020204" pitchFamily="34" charset="0"/>
        <a:buChar char="•"/>
        <a:defRPr sz="2006" kern="1200">
          <a:solidFill>
            <a:schemeClr val="tx1"/>
          </a:solidFill>
          <a:latin typeface="+mn-lt"/>
          <a:ea typeface="+mn-ea"/>
          <a:cs typeface="+mn-cs"/>
        </a:defRPr>
      </a:lvl1pPr>
      <a:lvl2pPr marL="491376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720" kern="1200">
          <a:solidFill>
            <a:schemeClr val="tx1"/>
          </a:solidFill>
          <a:latin typeface="+mn-lt"/>
          <a:ea typeface="+mn-ea"/>
          <a:cs typeface="+mn-cs"/>
        </a:defRPr>
      </a:lvl2pPr>
      <a:lvl3pPr marL="818960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433" kern="1200">
          <a:solidFill>
            <a:schemeClr val="tx1"/>
          </a:solidFill>
          <a:latin typeface="+mn-lt"/>
          <a:ea typeface="+mn-ea"/>
          <a:cs typeface="+mn-cs"/>
        </a:defRPr>
      </a:lvl3pPr>
      <a:lvl4pPr marL="1146543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4pPr>
      <a:lvl5pPr marL="1474127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5pPr>
      <a:lvl6pPr marL="1801711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6pPr>
      <a:lvl7pPr marL="2129295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7pPr>
      <a:lvl8pPr marL="2456879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8pPr>
      <a:lvl9pPr marL="2784462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1pPr>
      <a:lvl2pPr marL="327584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2pPr>
      <a:lvl3pPr marL="655168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3pPr>
      <a:lvl4pPr marL="982751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4pPr>
      <a:lvl5pPr marL="1310335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5pPr>
      <a:lvl6pPr marL="1637919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6pPr>
      <a:lvl7pPr marL="1965503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7pPr>
      <a:lvl8pPr marL="2293087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8pPr>
      <a:lvl9pPr marL="2620670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image" Target="../media/image40.png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0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5" Type="http://schemas.openxmlformats.org/officeDocument/2006/relationships/image" Target="../media/image94.png"/><Relationship Id="rId10" Type="http://schemas.openxmlformats.org/officeDocument/2006/relationships/image" Target="../media/image99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6B9937-984F-C33B-90A1-FC348238129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sz="2000" dirty="0" err="1"/>
              <a:t>제어문</a:t>
            </a:r>
            <a:r>
              <a:rPr lang="ko-KR" altLang="en-US" sz="2000" dirty="0"/>
              <a:t> 이해하기</a:t>
            </a:r>
          </a:p>
          <a:p>
            <a:endParaRPr lang="ko-KR" altLang="en-US" sz="20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6DBA2CA-650E-1195-173C-6CE134A5C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904" y="3083898"/>
            <a:ext cx="1636616" cy="1548826"/>
          </a:xfrm>
        </p:spPr>
        <p:txBody>
          <a:bodyPr/>
          <a:lstStyle/>
          <a:p>
            <a:r>
              <a:rPr lang="en-US" altLang="ko-KR" sz="10000" dirty="0"/>
              <a:t>4</a:t>
            </a:r>
            <a:endParaRPr lang="ko-KR" altLang="en-US" sz="10000" dirty="0"/>
          </a:p>
        </p:txBody>
      </p:sp>
    </p:spTree>
    <p:extLst>
      <p:ext uri="{BB962C8B-B14F-4D97-AF65-F5344CB8AC3E}">
        <p14:creationId xmlns:p14="http://schemas.microsoft.com/office/powerpoint/2010/main" val="424288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39CC9D-846B-E8C3-CF51-899CF65A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344" y="913776"/>
            <a:ext cx="3738771" cy="338272"/>
          </a:xfrm>
        </p:spPr>
        <p:txBody>
          <a:bodyPr>
            <a:normAutofit/>
          </a:bodyPr>
          <a:lstStyle/>
          <a:p>
            <a:r>
              <a:rPr lang="ko-KR" altLang="en-US" sz="1200" dirty="0"/>
              <a:t>조건문 이해하기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5487D7-4CC3-E1C5-2949-0ACA77AE3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112" y="1426916"/>
            <a:ext cx="4555725" cy="49668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/>
              <a:t>조건문이란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7AF61533-7D09-3FB1-D344-4D78065D0F74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2</a:t>
            </a:fld>
            <a:endParaRPr lang="ko-KR" altLang="en-US" sz="1000" dirty="0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DA5E0ED-4733-41A4-2AAA-C2AE34D9E4AF}"/>
              </a:ext>
            </a:extLst>
          </p:cNvPr>
          <p:cNvSpPr txBox="1">
            <a:spLocks/>
          </p:cNvSpPr>
          <p:nvPr/>
        </p:nvSpPr>
        <p:spPr>
          <a:xfrm>
            <a:off x="1017090" y="1760554"/>
            <a:ext cx="4944798" cy="2335958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프로그램의 기본적인 논리 구조를 구성하는 문법으로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,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주어진 조건의 참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(True)/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거짓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(False)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에 따라 코드의 실행 흐름을 변경하는 명령문이다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r>
              <a:rPr lang="ko-KR" altLang="en-US" dirty="0" err="1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파이썬에서는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코드 블록을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{ }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대신 들여쓰기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(indent)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로 구분한다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</a:p>
          <a:p>
            <a:pPr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endParaRPr lang="ko-KR" altLang="en-US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lvl="1">
              <a:lnSpc>
                <a:spcPct val="150000"/>
              </a:lnSpc>
            </a:pPr>
            <a:endParaRPr lang="ko-KR" altLang="en-US" dirty="0"/>
          </a:p>
        </p:txBody>
      </p:sp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3B0C2EBF-A9F9-853C-8090-16DC195B9B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824335"/>
              </p:ext>
            </p:extLst>
          </p:nvPr>
        </p:nvGraphicFramePr>
        <p:xfrm>
          <a:off x="1120541" y="3085229"/>
          <a:ext cx="4632559" cy="2409003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082221">
                  <a:extLst>
                    <a:ext uri="{9D8B030D-6E8A-4147-A177-3AD203B41FA5}">
                      <a16:colId xmlns:a16="http://schemas.microsoft.com/office/drawing/2014/main" val="328874268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4127450513"/>
                    </a:ext>
                  </a:extLst>
                </a:gridCol>
                <a:gridCol w="2590218">
                  <a:extLst>
                    <a:ext uri="{9D8B030D-6E8A-4147-A177-3AD203B41FA5}">
                      <a16:colId xmlns:a16="http://schemas.microsoft.com/office/drawing/2014/main" val="1957041533"/>
                    </a:ext>
                  </a:extLst>
                </a:gridCol>
              </a:tblGrid>
              <a:tr h="3058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구문 종류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구조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756738"/>
                  </a:ext>
                </a:extLst>
              </a:tr>
              <a:tr h="3899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If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1000" dirty="0"/>
                        <a:t>   if </a:t>
                      </a:r>
                      <a:r>
                        <a:rPr lang="ko-KR" altLang="en-US" sz="1000" dirty="0"/>
                        <a:t>조건</a:t>
                      </a:r>
                      <a:r>
                        <a:rPr lang="en-US" altLang="ko-KR" sz="1000" dirty="0"/>
                        <a:t>:  </a:t>
                      </a:r>
                    </a:p>
                    <a:p>
                      <a:pPr lvl="0" algn="l" latinLnBrk="1"/>
                      <a:r>
                        <a:rPr lang="en-US" altLang="ko-KR" sz="1000" dirty="0"/>
                        <a:t>          </a:t>
                      </a:r>
                      <a:r>
                        <a:rPr lang="ko-KR" altLang="en-US" sz="1000" dirty="0" err="1"/>
                        <a:t>실행문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/>
                        <a:t>조건이 참일 때만 </a:t>
                      </a:r>
                      <a:r>
                        <a:rPr lang="ko-KR" altLang="en-US" sz="1000" dirty="0" err="1"/>
                        <a:t>실행문</a:t>
                      </a:r>
                      <a:r>
                        <a:rPr lang="ko-KR" altLang="en-US" sz="1000" dirty="0"/>
                        <a:t>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4988725"/>
                  </a:ext>
                </a:extLst>
              </a:tr>
              <a:tr h="6898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if  ~  else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1000" dirty="0"/>
                        <a:t>   if </a:t>
                      </a:r>
                      <a:r>
                        <a:rPr lang="ko-KR" altLang="en-US" sz="1000" dirty="0"/>
                        <a:t>조건</a:t>
                      </a:r>
                      <a:r>
                        <a:rPr lang="en-US" altLang="ko-KR" sz="1000" dirty="0"/>
                        <a:t>:  </a:t>
                      </a:r>
                    </a:p>
                    <a:p>
                      <a:pPr lvl="0" algn="l" latinLnBrk="1"/>
                      <a:r>
                        <a:rPr lang="ko-KR" altLang="en-US" sz="1000" dirty="0"/>
                        <a:t>         </a:t>
                      </a:r>
                      <a:r>
                        <a:rPr lang="ko-KR" altLang="en-US" sz="1000" dirty="0" err="1"/>
                        <a:t>실행문</a:t>
                      </a:r>
                      <a:endParaRPr lang="en-US" altLang="ko-KR" sz="1000" dirty="0"/>
                    </a:p>
                    <a:p>
                      <a:pPr lvl="0" algn="l" latinLnBrk="1"/>
                      <a:r>
                        <a:rPr lang="en-US" altLang="ko-KR" sz="1000" dirty="0"/>
                        <a:t>   else:  </a:t>
                      </a:r>
                    </a:p>
                    <a:p>
                      <a:pPr lvl="0" algn="l" latinLnBrk="1"/>
                      <a:r>
                        <a:rPr lang="ko-KR" altLang="en-US" sz="1000" dirty="0"/>
                        <a:t>         </a:t>
                      </a:r>
                      <a:r>
                        <a:rPr lang="ko-KR" altLang="en-US" sz="1000" dirty="0" err="1"/>
                        <a:t>실행문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/>
                        <a:t>조건이 참이면 </a:t>
                      </a:r>
                      <a:r>
                        <a:rPr lang="en-US" altLang="ko-KR" sz="1000" dirty="0"/>
                        <a:t>if</a:t>
                      </a:r>
                      <a:r>
                        <a:rPr lang="ko-KR" altLang="en-US" sz="1000" dirty="0"/>
                        <a:t>문의 실행문을 실행하며</a:t>
                      </a:r>
                      <a:r>
                        <a:rPr lang="en-US" altLang="ko-KR" sz="1000" dirty="0"/>
                        <a:t>,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거짓이면 </a:t>
                      </a:r>
                      <a:r>
                        <a:rPr lang="en-US" altLang="ko-KR" sz="1000" dirty="0"/>
                        <a:t>else</a:t>
                      </a:r>
                      <a:r>
                        <a:rPr lang="ko-KR" altLang="en-US" sz="1000" dirty="0"/>
                        <a:t>문 실행문을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6123266"/>
                  </a:ext>
                </a:extLst>
              </a:tr>
              <a:tr h="10047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if  ~  </a:t>
                      </a:r>
                      <a:r>
                        <a:rPr lang="en-US" altLang="ko-KR" sz="1000" dirty="0" err="1"/>
                        <a:t>elif</a:t>
                      </a:r>
                      <a:r>
                        <a:rPr lang="en-US" altLang="ko-KR" sz="1000" dirty="0"/>
                        <a:t>  ~  else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1000" dirty="0"/>
                        <a:t>   if </a:t>
                      </a:r>
                      <a:r>
                        <a:rPr lang="ko-KR" altLang="en-US" sz="1000" dirty="0"/>
                        <a:t>조건</a:t>
                      </a:r>
                      <a:r>
                        <a:rPr lang="en-US" altLang="ko-KR" sz="1000" dirty="0"/>
                        <a:t>A:  </a:t>
                      </a:r>
                    </a:p>
                    <a:p>
                      <a:pPr lvl="0" algn="l" latinLnBrk="1"/>
                      <a:r>
                        <a:rPr lang="en-US" altLang="ko-KR" sz="1000" dirty="0"/>
                        <a:t>         </a:t>
                      </a:r>
                      <a:r>
                        <a:rPr lang="ko-KR" altLang="en-US" sz="1000" dirty="0" err="1"/>
                        <a:t>실행문</a:t>
                      </a:r>
                      <a:endParaRPr lang="en-US" altLang="ko-KR" sz="1000" dirty="0"/>
                    </a:p>
                    <a:p>
                      <a:pPr lvl="0" algn="l" latinLnBrk="1"/>
                      <a:r>
                        <a:rPr lang="en-US" altLang="ko-KR" sz="1000" dirty="0"/>
                        <a:t>   </a:t>
                      </a:r>
                      <a:r>
                        <a:rPr lang="en-US" altLang="ko-KR" sz="1000" dirty="0" err="1"/>
                        <a:t>elif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조건</a:t>
                      </a:r>
                      <a:r>
                        <a:rPr lang="en-US" altLang="ko-KR" sz="1000" dirty="0"/>
                        <a:t>B:</a:t>
                      </a:r>
                    </a:p>
                    <a:p>
                      <a:pPr lvl="0" algn="l" latinLnBrk="1"/>
                      <a:r>
                        <a:rPr lang="en-US" altLang="ko-KR" sz="1000" dirty="0"/>
                        <a:t>     </a:t>
                      </a:r>
                      <a:r>
                        <a:rPr lang="ko-KR" altLang="en-US" sz="1000" dirty="0" err="1"/>
                        <a:t>실행문</a:t>
                      </a:r>
                      <a:endParaRPr lang="en-US" altLang="ko-KR" sz="1000" dirty="0"/>
                    </a:p>
                    <a:p>
                      <a:pPr lvl="0" algn="l" latinLnBrk="1"/>
                      <a:r>
                        <a:rPr lang="en-US" altLang="ko-KR" sz="1000" dirty="0"/>
                        <a:t>else:</a:t>
                      </a:r>
                    </a:p>
                    <a:p>
                      <a:pPr lvl="0" algn="l" latinLnBrk="1"/>
                      <a:r>
                        <a:rPr lang="en-US" altLang="ko-KR" sz="1000" dirty="0"/>
                        <a:t>     </a:t>
                      </a:r>
                      <a:r>
                        <a:rPr lang="ko-KR" altLang="en-US" sz="1000" dirty="0" err="1"/>
                        <a:t>실행문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/>
                        <a:t>여러 조건 중 하나만  참일 때 해당 실행문을  실행하며</a:t>
                      </a:r>
                      <a:r>
                        <a:rPr lang="en-US" altLang="ko-KR" sz="1000" dirty="0"/>
                        <a:t>,  </a:t>
                      </a:r>
                      <a:r>
                        <a:rPr lang="ko-KR" altLang="en-US" sz="1000" dirty="0"/>
                        <a:t>모든 조건이 거짓이면 </a:t>
                      </a:r>
                      <a:r>
                        <a:rPr lang="en-US" altLang="ko-KR" sz="1000" dirty="0"/>
                        <a:t>else</a:t>
                      </a:r>
                      <a:r>
                        <a:rPr lang="ko-KR" altLang="en-US" sz="1000" dirty="0"/>
                        <a:t>문 </a:t>
                      </a:r>
                      <a:endParaRPr lang="en-US" altLang="ko-KR" sz="10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 err="1"/>
                        <a:t>실행문</a:t>
                      </a:r>
                      <a:r>
                        <a:rPr lang="ko-KR" altLang="en-US" sz="1000" dirty="0"/>
                        <a:t>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8059163"/>
                  </a:ext>
                </a:extLst>
              </a:tr>
            </a:tbl>
          </a:graphicData>
        </a:graphic>
      </p:graphicFrame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21DBD5E-AFC7-7A0D-F9E2-424C53189F98}"/>
              </a:ext>
            </a:extLst>
          </p:cNvPr>
          <p:cNvSpPr txBox="1">
            <a:spLocks/>
          </p:cNvSpPr>
          <p:nvPr/>
        </p:nvSpPr>
        <p:spPr>
          <a:xfrm>
            <a:off x="822112" y="2664749"/>
            <a:ext cx="4555725" cy="49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100" dirty="0"/>
              <a:t>조건문의 기본 형태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2F65389B-C95B-D8B3-4AA4-2112E59E5E60}"/>
              </a:ext>
            </a:extLst>
          </p:cNvPr>
          <p:cNvSpPr txBox="1">
            <a:spLocks/>
          </p:cNvSpPr>
          <p:nvPr/>
        </p:nvSpPr>
        <p:spPr>
          <a:xfrm>
            <a:off x="822112" y="5869293"/>
            <a:ext cx="4555725" cy="49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100" dirty="0"/>
              <a:t>조건문에 사용되는 연산자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074D8C7-3048-215A-008B-CFD0E62A6E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930239"/>
              </p:ext>
            </p:extLst>
          </p:nvPr>
        </p:nvGraphicFramePr>
        <p:xfrm>
          <a:off x="1120541" y="6315826"/>
          <a:ext cx="4632559" cy="202234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043539">
                  <a:extLst>
                    <a:ext uri="{9D8B030D-6E8A-4147-A177-3AD203B41FA5}">
                      <a16:colId xmlns:a16="http://schemas.microsoft.com/office/drawing/2014/main" val="328874268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4127450513"/>
                    </a:ext>
                  </a:extLst>
                </a:gridCol>
                <a:gridCol w="2004060">
                  <a:extLst>
                    <a:ext uri="{9D8B030D-6E8A-4147-A177-3AD203B41FA5}">
                      <a16:colId xmlns:a16="http://schemas.microsoft.com/office/drawing/2014/main" val="19570415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연산자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의미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결과 예시</a:t>
                      </a:r>
                      <a:r>
                        <a:rPr lang="en-US" altLang="ko-KR" sz="1000" dirty="0"/>
                        <a:t>( a = 3, b = 5) 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756738"/>
                  </a:ext>
                </a:extLst>
              </a:tr>
              <a:tr h="131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&gt;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000" dirty="0"/>
                        <a:t>왼쪽이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크다</a:t>
                      </a:r>
                      <a:r>
                        <a:rPr lang="en-US" altLang="ko-KR" sz="1000" dirty="0"/>
                        <a:t> 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a &gt; b → False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4988725"/>
                  </a:ext>
                </a:extLst>
              </a:tr>
              <a:tr h="131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000" dirty="0"/>
                        <a:t>오른쪽이 크다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55168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a &lt; b → True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6123266"/>
                  </a:ext>
                </a:extLst>
              </a:tr>
              <a:tr h="131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&gt;=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000" dirty="0"/>
                        <a:t>왼쪽이 크거나 같다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55168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a &gt;= 3 → True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8059163"/>
                  </a:ext>
                </a:extLst>
              </a:tr>
              <a:tr h="131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&lt;=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000" dirty="0"/>
                        <a:t>오른쪽이 작거나 같다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55168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a &lt;= 4 → True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718008"/>
                  </a:ext>
                </a:extLst>
              </a:tr>
              <a:tr h="131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==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000" dirty="0"/>
                        <a:t>서로 같다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55168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a == b → False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932013"/>
                  </a:ext>
                </a:extLst>
              </a:tr>
              <a:tr h="131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!=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000" dirty="0"/>
                        <a:t>서로 다르다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55168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a != b → True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4324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8418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17019-7E0D-0737-B670-EC011C614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DB79970-AF77-9327-FED6-26BCD733C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0581" y="924546"/>
            <a:ext cx="3824236" cy="338272"/>
          </a:xfrm>
        </p:spPr>
        <p:txBody>
          <a:bodyPr>
            <a:normAutofit/>
          </a:bodyPr>
          <a:lstStyle/>
          <a:p>
            <a:r>
              <a:rPr lang="en-US" altLang="ko-KR" sz="1200" dirty="0"/>
              <a:t>if </a:t>
            </a:r>
            <a:r>
              <a:rPr lang="ko-KR" altLang="en-US" sz="1200" dirty="0"/>
              <a:t>단일 선택</a:t>
            </a:r>
            <a:r>
              <a:rPr lang="en-US" altLang="ko-KR" sz="1200" dirty="0"/>
              <a:t> </a:t>
            </a:r>
            <a:r>
              <a:rPr lang="ko-KR" altLang="en-US" sz="1200" dirty="0"/>
              <a:t>조건문</a:t>
            </a:r>
          </a:p>
        </p:txBody>
      </p:sp>
      <p:sp>
        <p:nvSpPr>
          <p:cNvPr id="53" name="내용 개체 틀 2">
            <a:extLst>
              <a:ext uri="{FF2B5EF4-FFF2-40B4-BE49-F238E27FC236}">
                <a16:creationId xmlns:a16="http://schemas.microsoft.com/office/drawing/2014/main" id="{85771816-4180-53D7-E16C-EBB475A01A69}"/>
              </a:ext>
            </a:extLst>
          </p:cNvPr>
          <p:cNvSpPr txBox="1">
            <a:spLocks/>
          </p:cNvSpPr>
          <p:nvPr/>
        </p:nvSpPr>
        <p:spPr>
          <a:xfrm>
            <a:off x="1017184" y="1426916"/>
            <a:ext cx="4926416" cy="1506784"/>
          </a:xfrm>
          <a:prstGeom prst="rect">
            <a:avLst/>
          </a:prstGeom>
        </p:spPr>
        <p:txBody>
          <a:bodyPr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1376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7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8960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00" dirty="0"/>
              <a:t>if </a:t>
            </a:r>
            <a:r>
              <a:rPr lang="ko-KR" altLang="en-US" sz="1000" dirty="0"/>
              <a:t>문은 조건이 참</a:t>
            </a:r>
            <a:r>
              <a:rPr lang="en-US" altLang="ko-KR" sz="1000" dirty="0"/>
              <a:t>(True)</a:t>
            </a:r>
            <a:r>
              <a:rPr lang="ko-KR" altLang="en-US" sz="1000" dirty="0"/>
              <a:t>일 때만 명령문을 실행하고 거짓</a:t>
            </a:r>
            <a:r>
              <a:rPr lang="en-US" altLang="ko-KR" sz="1000" dirty="0"/>
              <a:t>(False) </a:t>
            </a:r>
            <a:r>
              <a:rPr lang="ko-KR" altLang="en-US" sz="1000" dirty="0"/>
              <a:t>이면 실행하지 않는다</a:t>
            </a:r>
            <a:r>
              <a:rPr lang="en-US" altLang="ko-KR" sz="10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000" dirty="0"/>
              <a:t>[if</a:t>
            </a:r>
            <a:r>
              <a:rPr lang="ko-KR" altLang="en-US" sz="1000" dirty="0"/>
              <a:t> 문의 기본 구조</a:t>
            </a:r>
            <a:r>
              <a:rPr lang="en-US" altLang="ko-KR" sz="1000" dirty="0"/>
              <a:t>]                                      [if </a:t>
            </a:r>
            <a:r>
              <a:rPr lang="ko-KR" altLang="en-US" sz="1000" dirty="0"/>
              <a:t>문의</a:t>
            </a:r>
            <a:r>
              <a:rPr lang="en-US" altLang="ko-KR" sz="1000" dirty="0"/>
              <a:t> </a:t>
            </a:r>
            <a:r>
              <a:rPr lang="ko-KR" altLang="en-US" sz="1000" dirty="0"/>
              <a:t>동작 흐름도</a:t>
            </a:r>
            <a:r>
              <a:rPr lang="en-US" altLang="ko-KR" sz="1000" dirty="0"/>
              <a:t>]</a:t>
            </a:r>
            <a:endParaRPr lang="ko-KR" altLang="en-US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5B4C053-DBA9-91FC-8DDD-6311164EB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739" y="2130909"/>
            <a:ext cx="1076281" cy="491294"/>
          </a:xfrm>
          <a:prstGeom prst="rect">
            <a:avLst/>
          </a:prstGeom>
        </p:spPr>
      </p:pic>
      <p:pic>
        <p:nvPicPr>
          <p:cNvPr id="5" name="Picture 5" descr="H:\한빛\강의교안제작\[보안주의]출판원고PDF\자바기초_그림&amp;표\ch03_img\ch03-09_cut.jpg">
            <a:extLst>
              <a:ext uri="{FF2B5EF4-FFF2-40B4-BE49-F238E27FC236}">
                <a16:creationId xmlns:a16="http://schemas.microsoft.com/office/drawing/2014/main" id="{BC90A9B9-94FA-5054-3A0E-6A67686A23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-1" b="26661"/>
          <a:stretch>
            <a:fillRect/>
          </a:stretch>
        </p:blipFill>
        <p:spPr bwMode="auto">
          <a:xfrm>
            <a:off x="3338810" y="2103349"/>
            <a:ext cx="1594528" cy="2049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E02A3FBE-1BD2-A92B-D13D-3ED66860F5A3}"/>
              </a:ext>
            </a:extLst>
          </p:cNvPr>
          <p:cNvSpPr txBox="1">
            <a:spLocks/>
          </p:cNvSpPr>
          <p:nvPr/>
        </p:nvSpPr>
        <p:spPr>
          <a:xfrm>
            <a:off x="1009677" y="4582806"/>
            <a:ext cx="5071083" cy="326642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문제 </a:t>
            </a:r>
            <a:r>
              <a:rPr lang="en-US" altLang="ko-KR" dirty="0"/>
              <a:t>1. </a:t>
            </a:r>
            <a:r>
              <a:rPr lang="ko-KR" altLang="en-US" dirty="0"/>
              <a:t>다음 프로그램은 두 개의 수를 비교하여 </a:t>
            </a:r>
            <a:r>
              <a:rPr lang="en-US" altLang="ko-KR" dirty="0"/>
              <a:t>num1</a:t>
            </a:r>
            <a:r>
              <a:rPr lang="ko-KR" altLang="en-US" dirty="0"/>
              <a:t>이 </a:t>
            </a:r>
            <a:r>
              <a:rPr lang="en-US" altLang="ko-KR" dirty="0"/>
              <a:t>num2</a:t>
            </a:r>
            <a:r>
              <a:rPr lang="ko-KR" altLang="en-US" dirty="0"/>
              <a:t>보다 큰 경우 그 결과를 출력해 보세요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[</a:t>
            </a:r>
            <a:r>
              <a:rPr lang="ko-KR" altLang="en-US" dirty="0"/>
              <a:t>실습</a:t>
            </a:r>
            <a:r>
              <a:rPr lang="en-US" altLang="ko-KR" dirty="0"/>
              <a:t>]</a:t>
            </a:r>
            <a:r>
              <a:rPr lang="ko-KR" altLang="en-US" dirty="0"/>
              <a:t>                                               </a:t>
            </a:r>
            <a:r>
              <a:rPr lang="en-US" altLang="ko-KR" dirty="0"/>
              <a:t>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[</a:t>
            </a:r>
            <a:r>
              <a:rPr lang="ko-KR" altLang="en-US" dirty="0"/>
              <a:t>실습 결과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54787B2-2B33-8D8F-D5EE-3A4545671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581" y="5295516"/>
            <a:ext cx="2545095" cy="148628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CAEF58F-C376-6187-9D82-39F98622EC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0581" y="7505838"/>
            <a:ext cx="1723179" cy="51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436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8BEBD-AC25-A9D0-2051-C53D02301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665D62-7783-1541-E29C-796880ADDB0A}"/>
              </a:ext>
            </a:extLst>
          </p:cNvPr>
          <p:cNvSpPr txBox="1">
            <a:spLocks/>
          </p:cNvSpPr>
          <p:nvPr/>
        </p:nvSpPr>
        <p:spPr>
          <a:xfrm>
            <a:off x="864066" y="1268946"/>
            <a:ext cx="4984284" cy="7664742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1. </a:t>
            </a:r>
            <a:r>
              <a:rPr lang="ko-KR" altLang="en-US" dirty="0"/>
              <a:t>정수를 입력 받아 첫 줄에 입력 받은 숫자를 출력하고</a:t>
            </a:r>
            <a:r>
              <a:rPr lang="en-US" altLang="ko-KR" dirty="0"/>
              <a:t>,</a:t>
            </a:r>
            <a:r>
              <a:rPr lang="ko-KR" altLang="en-US" dirty="0"/>
              <a:t>음수이면 “</a:t>
            </a:r>
            <a:r>
              <a:rPr lang="en-US" altLang="ko-KR" dirty="0"/>
              <a:t>minus” </a:t>
            </a:r>
            <a:r>
              <a:rPr lang="ko-KR" altLang="en-US" dirty="0"/>
              <a:t>라고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음수 </a:t>
            </a:r>
            <a:r>
              <a:rPr lang="en-US" altLang="ko-KR" dirty="0"/>
              <a:t>: 0</a:t>
            </a:r>
            <a:r>
              <a:rPr lang="ko-KR" altLang="en-US" dirty="0"/>
              <a:t>보다 작은 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2. </a:t>
            </a:r>
            <a:r>
              <a:rPr lang="ko-KR" altLang="en-US" dirty="0"/>
              <a:t>키와 몸무게를 입력 받아 비만수치를 계산하고</a:t>
            </a:r>
            <a:r>
              <a:rPr lang="en-US" altLang="ko-KR" dirty="0"/>
              <a:t>, </a:t>
            </a:r>
            <a:r>
              <a:rPr lang="ko-KR" altLang="en-US" dirty="0"/>
              <a:t>비만수치가 </a:t>
            </a:r>
            <a:r>
              <a:rPr lang="en-US" altLang="ko-KR" dirty="0"/>
              <a:t>0</a:t>
            </a:r>
            <a:r>
              <a:rPr lang="ko-KR" altLang="en-US" dirty="0"/>
              <a:t>보다 크면 “</a:t>
            </a:r>
            <a:r>
              <a:rPr lang="en-US" altLang="ko-KR" dirty="0"/>
              <a:t>Obesity” </a:t>
            </a:r>
            <a:r>
              <a:rPr lang="ko-KR" altLang="en-US" dirty="0"/>
              <a:t>라는 메시지를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비만수치 공식 </a:t>
            </a:r>
            <a:r>
              <a:rPr lang="en-US" altLang="ko-KR" dirty="0"/>
              <a:t>: </a:t>
            </a:r>
            <a:r>
              <a:rPr lang="ko-KR" altLang="en-US" dirty="0"/>
              <a:t>비만수치 </a:t>
            </a:r>
            <a:r>
              <a:rPr lang="en-US" altLang="ko-KR" dirty="0"/>
              <a:t>= </a:t>
            </a:r>
            <a:r>
              <a:rPr lang="ko-KR" altLang="en-US" dirty="0"/>
              <a:t>몸무게 </a:t>
            </a:r>
            <a:r>
              <a:rPr lang="en-US" altLang="ko-KR" dirty="0"/>
              <a:t>+ 100 - </a:t>
            </a:r>
            <a:r>
              <a:rPr lang="ko-KR" altLang="en-US" dirty="0"/>
              <a:t>키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3. </a:t>
            </a:r>
            <a:r>
              <a:rPr lang="ko-KR" altLang="en-US" dirty="0"/>
              <a:t>정수를 입력 받아 </a:t>
            </a:r>
            <a:r>
              <a:rPr lang="en-US" altLang="ko-KR" dirty="0"/>
              <a:t>8</a:t>
            </a:r>
            <a:r>
              <a:rPr lang="ko-KR" altLang="en-US" dirty="0"/>
              <a:t>의 배수인지 판별하는 프로그램을 작성하세요</a:t>
            </a:r>
            <a:r>
              <a:rPr lang="en-US" altLang="ko-KR" dirty="0"/>
              <a:t>. </a:t>
            </a:r>
            <a:r>
              <a:rPr lang="ko-KR" altLang="en-US" dirty="0"/>
              <a:t>입력한 수가 </a:t>
            </a:r>
            <a:r>
              <a:rPr lang="en-US" altLang="ko-KR" dirty="0"/>
              <a:t>8</a:t>
            </a:r>
            <a:r>
              <a:rPr lang="ko-KR" altLang="en-US" dirty="0"/>
              <a:t>의 배수이면 </a:t>
            </a:r>
            <a:r>
              <a:rPr lang="en-US" altLang="ko-KR" dirty="0"/>
              <a:t>"8</a:t>
            </a:r>
            <a:r>
              <a:rPr lang="ko-KR" altLang="en-US" dirty="0"/>
              <a:t>의 배수입니다</a:t>
            </a:r>
            <a:r>
              <a:rPr lang="en-US" altLang="ko-KR" dirty="0"/>
              <a:t>." </a:t>
            </a:r>
            <a:r>
              <a:rPr lang="ko-KR" altLang="en-US" dirty="0"/>
              <a:t>라고 출력하세요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8</a:t>
            </a:r>
            <a:r>
              <a:rPr lang="ko-KR" altLang="en-US" dirty="0"/>
              <a:t>의 배수 </a:t>
            </a:r>
            <a:r>
              <a:rPr lang="en-US" altLang="ko-KR" dirty="0"/>
              <a:t>: 8</a:t>
            </a:r>
            <a:r>
              <a:rPr lang="ko-KR" altLang="en-US" dirty="0"/>
              <a:t>로 나눈 나머지</a:t>
            </a:r>
            <a:r>
              <a:rPr lang="en-US" altLang="ko-KR" dirty="0"/>
              <a:t>(%)</a:t>
            </a:r>
            <a:r>
              <a:rPr lang="ko-KR" altLang="en-US" dirty="0"/>
              <a:t>가</a:t>
            </a:r>
            <a:r>
              <a:rPr lang="en-US" altLang="ko-KR" dirty="0"/>
              <a:t> 0</a:t>
            </a:r>
            <a:r>
              <a:rPr lang="ko-KR" altLang="en-US" dirty="0"/>
              <a:t>인 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1]                                 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2]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8B3FE0C-9150-93F2-AF07-FFB80144E8C7}"/>
              </a:ext>
            </a:extLst>
          </p:cNvPr>
          <p:cNvSpPr txBox="1">
            <a:spLocks/>
          </p:cNvSpPr>
          <p:nvPr/>
        </p:nvSpPr>
        <p:spPr>
          <a:xfrm>
            <a:off x="91850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if </a:t>
            </a:r>
            <a:r>
              <a:rPr lang="ko-KR" altLang="en-US" sz="1200" dirty="0"/>
              <a:t>단일 선택</a:t>
            </a:r>
            <a:r>
              <a:rPr lang="en-US" altLang="ko-KR" sz="1200" dirty="0"/>
              <a:t> </a:t>
            </a:r>
            <a:r>
              <a:rPr lang="ko-KR" altLang="en-US" sz="1200" dirty="0"/>
              <a:t>조건문 </a:t>
            </a: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A386DDCD-3247-998B-C0D6-8C1AF4F74CB2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4</a:t>
            </a:fld>
            <a:endParaRPr lang="ko-KR" altLang="en-US" sz="1000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55682E7-23C9-3374-DBCA-E617291D85E0}"/>
              </a:ext>
            </a:extLst>
          </p:cNvPr>
          <p:cNvGrpSpPr/>
          <p:nvPr/>
        </p:nvGrpSpPr>
        <p:grpSpPr>
          <a:xfrm>
            <a:off x="1432550" y="2547925"/>
            <a:ext cx="1764336" cy="638938"/>
            <a:chOff x="2175204" y="1880249"/>
            <a:chExt cx="2191056" cy="794498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8E54F274-C16D-9572-BB01-F3AFF4BD6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75204" y="1880249"/>
              <a:ext cx="2191056" cy="333422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B2EEBE4E-3B3F-9D31-7253-6952F5FCDC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50357" y="2198431"/>
              <a:ext cx="1914792" cy="476316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52CCDB0-01DF-23B9-0557-89C7E2846D38}"/>
              </a:ext>
            </a:extLst>
          </p:cNvPr>
          <p:cNvGrpSpPr/>
          <p:nvPr/>
        </p:nvGrpSpPr>
        <p:grpSpPr>
          <a:xfrm>
            <a:off x="1419063" y="4675729"/>
            <a:ext cx="1541876" cy="1106884"/>
            <a:chOff x="2231509" y="4150916"/>
            <a:chExt cx="2223847" cy="1516349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11A8F064-E7EB-8742-DFBC-A3C0908D9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35721" y="4150916"/>
              <a:ext cx="2219635" cy="543001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137F3001-F8EE-9375-A7B8-C7752ACA2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50961" y="4678760"/>
              <a:ext cx="2143424" cy="514422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77B754B3-5626-6CA8-BDD4-F0651586C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31509" y="5257633"/>
              <a:ext cx="1962424" cy="409632"/>
            </a:xfrm>
            <a:prstGeom prst="rect">
              <a:avLst/>
            </a:prstGeom>
          </p:spPr>
        </p:pic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47F3804-31CF-3CDB-769A-4B162208DE2C}"/>
              </a:ext>
            </a:extLst>
          </p:cNvPr>
          <p:cNvGrpSpPr/>
          <p:nvPr/>
        </p:nvGrpSpPr>
        <p:grpSpPr>
          <a:xfrm>
            <a:off x="1428156" y="7564352"/>
            <a:ext cx="1671697" cy="713428"/>
            <a:chOff x="1282557" y="7563737"/>
            <a:chExt cx="2305372" cy="929711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66AB903B-8E06-0C38-3788-9DD78712CEE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82557" y="7563737"/>
              <a:ext cx="2305372" cy="543001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F84BF8C3-B417-AAF2-7CF8-BF3A81546A4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22302" y="8083816"/>
              <a:ext cx="1762371" cy="409632"/>
            </a:xfrm>
            <a:prstGeom prst="rect">
              <a:avLst/>
            </a:prstGeom>
          </p:spPr>
        </p:pic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A5E7E69B-5490-BA6C-73B3-7AA1675FF942}"/>
              </a:ext>
            </a:extLst>
          </p:cNvPr>
          <p:cNvGrpSpPr/>
          <p:nvPr/>
        </p:nvGrpSpPr>
        <p:grpSpPr>
          <a:xfrm>
            <a:off x="4037014" y="7564352"/>
            <a:ext cx="1538956" cy="615184"/>
            <a:chOff x="3549829" y="7522975"/>
            <a:chExt cx="2095792" cy="790685"/>
          </a:xfrm>
        </p:grpSpPr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6976C1B1-8061-E304-AB8C-DE161B0BF2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549829" y="7522975"/>
              <a:ext cx="2095792" cy="533474"/>
            </a:xfrm>
            <a:prstGeom prst="rect">
              <a:avLst/>
            </a:prstGeom>
          </p:spPr>
        </p:pic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50A09E9D-1D3A-4F13-7348-3A510AC1B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549829" y="8056449"/>
              <a:ext cx="1895740" cy="257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8441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E8A7804-2BC9-F217-68FA-F3AD619D4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0581" y="924546"/>
            <a:ext cx="3824236" cy="338272"/>
          </a:xfrm>
        </p:spPr>
        <p:txBody>
          <a:bodyPr>
            <a:norm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if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else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이중 선택 조건문</a:t>
            </a:r>
            <a:endParaRPr lang="ko-KR" altLang="en-US" sz="1200" dirty="0"/>
          </a:p>
        </p:txBody>
      </p:sp>
      <p:sp>
        <p:nvSpPr>
          <p:cNvPr id="53" name="내용 개체 틀 2">
            <a:extLst>
              <a:ext uri="{FF2B5EF4-FFF2-40B4-BE49-F238E27FC236}">
                <a16:creationId xmlns:a16="http://schemas.microsoft.com/office/drawing/2014/main" id="{C14B2F75-6F72-16F0-9534-D46A4BF9E2CA}"/>
              </a:ext>
            </a:extLst>
          </p:cNvPr>
          <p:cNvSpPr txBox="1">
            <a:spLocks/>
          </p:cNvSpPr>
          <p:nvPr/>
        </p:nvSpPr>
        <p:spPr>
          <a:xfrm>
            <a:off x="1009564" y="1426916"/>
            <a:ext cx="4944798" cy="1145784"/>
          </a:xfrm>
          <a:prstGeom prst="rect">
            <a:avLst/>
          </a:prstGeom>
        </p:spPr>
        <p:txBody>
          <a:bodyPr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1376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7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8960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00" dirty="0"/>
              <a:t>if ~ else </a:t>
            </a:r>
            <a:r>
              <a:rPr lang="ko-KR" altLang="en-US" sz="1000" dirty="0"/>
              <a:t>문은 조건을 만족하지 않았을 때</a:t>
            </a:r>
            <a:r>
              <a:rPr lang="en-US" altLang="ko-KR" sz="1000" dirty="0"/>
              <a:t>, </a:t>
            </a:r>
            <a:r>
              <a:rPr lang="ko-KR" altLang="en-US" sz="1000" dirty="0"/>
              <a:t>다른 명령을 수행하도록 제어할 수 있는 이중 선택 구조이다</a:t>
            </a:r>
            <a:r>
              <a:rPr lang="en-US" altLang="ko-KR" sz="1000" dirty="0"/>
              <a:t>. </a:t>
            </a:r>
            <a:r>
              <a:rPr lang="ko-KR" altLang="en-US" sz="1000" dirty="0"/>
              <a:t> 조건이 참</a:t>
            </a:r>
            <a:r>
              <a:rPr lang="en-US" altLang="ko-KR" sz="1000" dirty="0"/>
              <a:t>(True)</a:t>
            </a:r>
            <a:r>
              <a:rPr lang="ko-KR" altLang="en-US" sz="1000" dirty="0"/>
              <a:t>이면 </a:t>
            </a:r>
            <a:r>
              <a:rPr lang="en-US" altLang="ko-KR" sz="1000" dirty="0"/>
              <a:t>if </a:t>
            </a:r>
            <a:r>
              <a:rPr lang="ko-KR" altLang="en-US" sz="1000" dirty="0"/>
              <a:t>문 안의 명령이 실행되고</a:t>
            </a:r>
            <a:r>
              <a:rPr lang="en-US" altLang="ko-KR" sz="1000" dirty="0"/>
              <a:t>, </a:t>
            </a:r>
            <a:r>
              <a:rPr lang="ko-KR" altLang="en-US" sz="1000" dirty="0"/>
              <a:t>조건이 거짓</a:t>
            </a:r>
            <a:r>
              <a:rPr lang="en-US" altLang="ko-KR" sz="1000" dirty="0"/>
              <a:t>(False)</a:t>
            </a:r>
            <a:r>
              <a:rPr lang="ko-KR" altLang="en-US" sz="1000" dirty="0"/>
              <a:t>이면 </a:t>
            </a:r>
            <a:r>
              <a:rPr lang="en-US" altLang="ko-KR" sz="1000" dirty="0"/>
              <a:t>else </a:t>
            </a:r>
            <a:r>
              <a:rPr lang="ko-KR" altLang="en-US" sz="1000" dirty="0"/>
              <a:t>문 안의 명령이 실행된다</a:t>
            </a:r>
            <a:r>
              <a:rPr lang="en-US" altLang="ko-KR" sz="10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000" dirty="0"/>
              <a:t>[if</a:t>
            </a:r>
            <a:r>
              <a:rPr lang="ko-KR" altLang="en-US" sz="1000" dirty="0"/>
              <a:t> 문의 기본 구조</a:t>
            </a:r>
            <a:r>
              <a:rPr lang="en-US" altLang="ko-KR" sz="1000" dirty="0"/>
              <a:t>]                                      [if </a:t>
            </a:r>
            <a:r>
              <a:rPr lang="ko-KR" altLang="en-US" sz="1000" dirty="0"/>
              <a:t>문의</a:t>
            </a:r>
            <a:r>
              <a:rPr lang="en-US" altLang="ko-KR" sz="1000" dirty="0"/>
              <a:t> </a:t>
            </a:r>
            <a:r>
              <a:rPr lang="ko-KR" altLang="en-US" sz="1000" dirty="0"/>
              <a:t>동작 흐름도</a:t>
            </a:r>
            <a:r>
              <a:rPr lang="en-US" altLang="ko-KR" sz="1000" dirty="0"/>
              <a:t>]</a:t>
            </a:r>
            <a:endParaRPr lang="ko-KR" alt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A60EB32-7A52-8B40-6B1D-2AC6A8CE3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200" y="2835977"/>
            <a:ext cx="1161742" cy="926707"/>
          </a:xfrm>
          <a:prstGeom prst="rect">
            <a:avLst/>
          </a:prstGeom>
        </p:spPr>
      </p:pic>
      <p:pic>
        <p:nvPicPr>
          <p:cNvPr id="5" name="Picture 5" descr="H:\한빛\강의교안제작\[보안주의]출판원고PDF\자바기초_그림&amp;표\ch03_img\ch03-10_cut.jpg">
            <a:extLst>
              <a:ext uri="{FF2B5EF4-FFF2-40B4-BE49-F238E27FC236}">
                <a16:creationId xmlns:a16="http://schemas.microsoft.com/office/drawing/2014/main" id="{FDB42E43-F9F0-8404-A4F3-5127088A87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1" b="26384"/>
          <a:stretch>
            <a:fillRect/>
          </a:stretch>
        </p:blipFill>
        <p:spPr bwMode="auto">
          <a:xfrm>
            <a:off x="3440398" y="2564801"/>
            <a:ext cx="2450375" cy="2061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C1189AE6-FD4D-DD03-C824-4449386F47B3}"/>
              </a:ext>
            </a:extLst>
          </p:cNvPr>
          <p:cNvSpPr txBox="1">
            <a:spLocks/>
          </p:cNvSpPr>
          <p:nvPr/>
        </p:nvSpPr>
        <p:spPr>
          <a:xfrm>
            <a:off x="1009677" y="5032386"/>
            <a:ext cx="5071083" cy="326642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문제 </a:t>
            </a:r>
            <a:r>
              <a:rPr lang="en-US" altLang="ko-KR" dirty="0"/>
              <a:t>1. </a:t>
            </a:r>
            <a:r>
              <a:rPr lang="ko-KR" altLang="en-US" dirty="0"/>
              <a:t>다음 프로그램은 두 개의 수를 비교하여 그 결과를 출력해 보세요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[</a:t>
            </a:r>
            <a:r>
              <a:rPr lang="ko-KR" altLang="en-US" dirty="0"/>
              <a:t>실습</a:t>
            </a:r>
            <a:r>
              <a:rPr lang="en-US" altLang="ko-KR" dirty="0"/>
              <a:t>]</a:t>
            </a:r>
            <a:r>
              <a:rPr lang="ko-KR" altLang="en-US" dirty="0"/>
              <a:t>                                               </a:t>
            </a:r>
            <a:r>
              <a:rPr lang="en-US" altLang="ko-KR" dirty="0"/>
              <a:t>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[</a:t>
            </a:r>
            <a:r>
              <a:rPr lang="ko-KR" altLang="en-US" dirty="0"/>
              <a:t>실습 결과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8C1D140-E45E-12CD-A8A9-42CA9FCB7C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581" y="5495732"/>
            <a:ext cx="2106017" cy="175265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68810EE-6A41-01C3-3C08-D16DB7A7C4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0581" y="7803456"/>
            <a:ext cx="1136439" cy="40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676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AC269-137D-3910-AA0A-9B4E2A8DC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7C1A09-B034-1CBA-6539-2F942D8CE818}"/>
              </a:ext>
            </a:extLst>
          </p:cNvPr>
          <p:cNvSpPr txBox="1">
            <a:spLocks/>
          </p:cNvSpPr>
          <p:nvPr/>
        </p:nvSpPr>
        <p:spPr>
          <a:xfrm>
            <a:off x="864066" y="1268946"/>
            <a:ext cx="4984284" cy="7664742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1. </a:t>
            </a:r>
            <a:r>
              <a:rPr lang="ko-KR" altLang="en-US" dirty="0"/>
              <a:t>나이를 입력 받아 </a:t>
            </a:r>
            <a:r>
              <a:rPr lang="en-US" altLang="ko-KR" dirty="0"/>
              <a:t>20</a:t>
            </a:r>
            <a:r>
              <a:rPr lang="ko-KR" altLang="en-US" dirty="0"/>
              <a:t>살 이상이면 </a:t>
            </a:r>
            <a:r>
              <a:rPr lang="en-US" altLang="ko-KR" dirty="0"/>
              <a:t>"adult"</a:t>
            </a:r>
            <a:r>
              <a:rPr lang="ko-KR" altLang="en-US" dirty="0"/>
              <a:t>그렇지 않으면 몇 년 후에 성인이 되는지를 </a:t>
            </a:r>
            <a:r>
              <a:rPr lang="en-US" altLang="ko-KR" dirty="0"/>
              <a:t>"xx years later" </a:t>
            </a:r>
            <a:r>
              <a:rPr lang="ko-KR" altLang="en-US" dirty="0"/>
              <a:t>형식으로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1]                          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2]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2. </a:t>
            </a:r>
            <a:r>
              <a:rPr lang="ko-KR" altLang="en-US" dirty="0"/>
              <a:t>현재 극장에서 </a:t>
            </a:r>
            <a:r>
              <a:rPr lang="en-US" altLang="ko-KR" dirty="0"/>
              <a:t>18</a:t>
            </a:r>
            <a:r>
              <a:rPr lang="ko-KR" altLang="en-US" dirty="0"/>
              <a:t>세 이상 관람가 영화를 상영하고 있습니다</a:t>
            </a:r>
            <a:r>
              <a:rPr lang="en-US" altLang="ko-KR" dirty="0"/>
              <a:t>. </a:t>
            </a:r>
            <a:r>
              <a:rPr lang="ko-KR" altLang="en-US" dirty="0"/>
              <a:t>나이를 입력 받아 입장 가능 여부를 확인하는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1]                          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2]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3. </a:t>
            </a:r>
            <a:r>
              <a:rPr lang="ko-KR" altLang="en-US" dirty="0"/>
              <a:t>정수를 입력 받아 짝수면 </a:t>
            </a:r>
            <a:r>
              <a:rPr lang="en-US" altLang="ko-KR" dirty="0"/>
              <a:t>"even number", </a:t>
            </a:r>
            <a:r>
              <a:rPr lang="ko-KR" altLang="en-US" dirty="0"/>
              <a:t>홀수면 </a:t>
            </a:r>
            <a:r>
              <a:rPr lang="en-US" altLang="ko-KR" dirty="0"/>
              <a:t>"odd number"</a:t>
            </a:r>
            <a:r>
              <a:rPr lang="ko-KR" altLang="en-US" dirty="0"/>
              <a:t>를 출력하는 프로그램을 작성하세요</a:t>
            </a:r>
            <a:r>
              <a:rPr lang="en-US" altLang="ko-KR" dirty="0"/>
              <a:t>. (</a:t>
            </a:r>
            <a:r>
              <a:rPr lang="ko-KR" altLang="en-US" dirty="0"/>
              <a:t>짝수 표현 </a:t>
            </a:r>
            <a:r>
              <a:rPr lang="en-US" altLang="ko-KR" dirty="0"/>
              <a:t>n % 2 == 0, </a:t>
            </a:r>
            <a:r>
              <a:rPr lang="ko-KR" altLang="en-US" dirty="0"/>
              <a:t>홀수 표현 </a:t>
            </a:r>
            <a:r>
              <a:rPr lang="en-US" altLang="ko-KR" dirty="0"/>
              <a:t>n % 2 == 1)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1]                          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2]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F0F2E9-9BC9-811E-C10D-2234ADAE8664}"/>
              </a:ext>
            </a:extLst>
          </p:cNvPr>
          <p:cNvSpPr txBox="1">
            <a:spLocks/>
          </p:cNvSpPr>
          <p:nvPr/>
        </p:nvSpPr>
        <p:spPr>
          <a:xfrm>
            <a:off x="91850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if else </a:t>
            </a:r>
            <a:r>
              <a:rPr lang="ko-KR" altLang="en-US" sz="1200" dirty="0"/>
              <a:t>이중 선택 조건문</a:t>
            </a: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3018A59C-6F10-38FF-D569-606BC481AEA7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6</a:t>
            </a:fld>
            <a:endParaRPr lang="ko-KR" altLang="en-US" sz="10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594D715-BF2F-8636-A3F2-8076A9634205}"/>
              </a:ext>
            </a:extLst>
          </p:cNvPr>
          <p:cNvGrpSpPr/>
          <p:nvPr/>
        </p:nvGrpSpPr>
        <p:grpSpPr>
          <a:xfrm>
            <a:off x="1239546" y="2183832"/>
            <a:ext cx="1871456" cy="615066"/>
            <a:chOff x="1111723" y="2129548"/>
            <a:chExt cx="2244485" cy="759636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90259BAE-11DD-5ABC-EEAC-0D0CFEDE0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7521" y="2129548"/>
              <a:ext cx="2238687" cy="571580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6C87718-21B4-34EA-99F3-0D1D21923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1723" y="2679605"/>
              <a:ext cx="1762371" cy="209579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0BE5D612-13ED-AC8B-E63C-062140102F7B}"/>
              </a:ext>
            </a:extLst>
          </p:cNvPr>
          <p:cNvGrpSpPr/>
          <p:nvPr/>
        </p:nvGrpSpPr>
        <p:grpSpPr>
          <a:xfrm>
            <a:off x="3635601" y="2207736"/>
            <a:ext cx="1881279" cy="562060"/>
            <a:chOff x="3521301" y="2136048"/>
            <a:chExt cx="2327049" cy="768158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1F88972-EE01-9725-B689-07B42055CE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33452" y="2136048"/>
              <a:ext cx="2314898" cy="581106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98B03FCF-0851-290F-35F0-2A3F639FF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21301" y="2637469"/>
              <a:ext cx="1819529" cy="266737"/>
            </a:xfrm>
            <a:prstGeom prst="rect">
              <a:avLst/>
            </a:prstGeom>
          </p:spPr>
        </p:pic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D067CB33-91CC-9F61-DF51-ED20A3244146}"/>
              </a:ext>
            </a:extLst>
          </p:cNvPr>
          <p:cNvGrpSpPr/>
          <p:nvPr/>
        </p:nvGrpSpPr>
        <p:grpSpPr>
          <a:xfrm>
            <a:off x="1240697" y="4404007"/>
            <a:ext cx="1830806" cy="762353"/>
            <a:chOff x="1240696" y="4373527"/>
            <a:chExt cx="2295845" cy="1009790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9DABF876-2D23-9BD5-B956-603B5880E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40696" y="4373527"/>
              <a:ext cx="2295845" cy="504895"/>
            </a:xfrm>
            <a:prstGeom prst="rect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C46D1487-BDC7-187C-0FF7-079C8F768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44110" y="4878422"/>
              <a:ext cx="1867161" cy="504895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0535ACD8-4799-CBB9-0983-1462AAD5B7D1}"/>
              </a:ext>
            </a:extLst>
          </p:cNvPr>
          <p:cNvGrpSpPr/>
          <p:nvPr/>
        </p:nvGrpSpPr>
        <p:grpSpPr>
          <a:xfrm>
            <a:off x="3525608" y="4345582"/>
            <a:ext cx="1945552" cy="757284"/>
            <a:chOff x="3517988" y="4325256"/>
            <a:chExt cx="2709715" cy="1039257"/>
          </a:xfrm>
        </p:grpSpPr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2E3E37B5-5432-4947-61B8-6097443BA6D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17988" y="4325256"/>
              <a:ext cx="2267266" cy="581106"/>
            </a:xfrm>
            <a:prstGeom prst="rect">
              <a:avLst/>
            </a:prstGeom>
          </p:spPr>
        </p:pic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6570795A-ED00-5E14-3AA4-5F3F1193F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588910" y="4907249"/>
              <a:ext cx="2638793" cy="457264"/>
            </a:xfrm>
            <a:prstGeom prst="rect">
              <a:avLst/>
            </a:prstGeom>
          </p:spPr>
        </p:pic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3DDAB00F-3CF1-6EDE-4F86-3075150F9E1C}"/>
              </a:ext>
            </a:extLst>
          </p:cNvPr>
          <p:cNvGrpSpPr/>
          <p:nvPr/>
        </p:nvGrpSpPr>
        <p:grpSpPr>
          <a:xfrm>
            <a:off x="1239546" y="6667358"/>
            <a:ext cx="1972544" cy="492581"/>
            <a:chOff x="1220236" y="6642883"/>
            <a:chExt cx="2305372" cy="730135"/>
          </a:xfrm>
        </p:grpSpPr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6C29E2C9-7459-34F7-4E53-D6C3DB419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20236" y="6642883"/>
              <a:ext cx="2305372" cy="514422"/>
            </a:xfrm>
            <a:prstGeom prst="rect">
              <a:avLst/>
            </a:prstGeom>
          </p:spPr>
        </p:pic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7E727646-3556-2659-C245-168B926D2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249701" y="7134860"/>
              <a:ext cx="1495634" cy="238158"/>
            </a:xfrm>
            <a:prstGeom prst="rect">
              <a:avLst/>
            </a:prstGeom>
          </p:spPr>
        </p:pic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EFA35C2E-F9B4-D240-A9D0-A9F842B0C473}"/>
              </a:ext>
            </a:extLst>
          </p:cNvPr>
          <p:cNvGrpSpPr/>
          <p:nvPr/>
        </p:nvGrpSpPr>
        <p:grpSpPr>
          <a:xfrm>
            <a:off x="3576529" y="6619762"/>
            <a:ext cx="1773778" cy="573957"/>
            <a:chOff x="3413695" y="6626465"/>
            <a:chExt cx="2310616" cy="781159"/>
          </a:xfrm>
        </p:grpSpPr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E85D9E35-0BDC-32B3-840F-A7BF4EBB47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437992" y="6626465"/>
              <a:ext cx="2286319" cy="533474"/>
            </a:xfrm>
            <a:prstGeom prst="rect">
              <a:avLst/>
            </a:prstGeom>
          </p:spPr>
        </p:pic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BB825B62-7F9D-F0EE-4CF4-318903D28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413695" y="7159939"/>
              <a:ext cx="1914792" cy="2476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64355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F4F19-1FEB-BB9F-E7BD-104AB2114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34688B2-4EFA-C56D-A264-0094E97DD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0581" y="924546"/>
            <a:ext cx="3824236" cy="338272"/>
          </a:xfrm>
        </p:spPr>
        <p:txBody>
          <a:bodyPr>
            <a:normAutofit/>
          </a:bodyPr>
          <a:lstStyle/>
          <a:p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다중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선택 조건문</a:t>
            </a:r>
            <a:endParaRPr lang="ko-KR" altLang="en-US" sz="1200" dirty="0"/>
          </a:p>
        </p:txBody>
      </p:sp>
      <p:sp>
        <p:nvSpPr>
          <p:cNvPr id="53" name="내용 개체 틀 2">
            <a:extLst>
              <a:ext uri="{FF2B5EF4-FFF2-40B4-BE49-F238E27FC236}">
                <a16:creationId xmlns:a16="http://schemas.microsoft.com/office/drawing/2014/main" id="{1D3BFEAE-8223-A814-8FB6-8F2BDE382538}"/>
              </a:ext>
            </a:extLst>
          </p:cNvPr>
          <p:cNvSpPr txBox="1">
            <a:spLocks/>
          </p:cNvSpPr>
          <p:nvPr/>
        </p:nvSpPr>
        <p:spPr>
          <a:xfrm>
            <a:off x="986704" y="1426916"/>
            <a:ext cx="5010236" cy="496680"/>
          </a:xfrm>
          <a:prstGeom prst="rect">
            <a:avLst/>
          </a:prstGeom>
        </p:spPr>
        <p:txBody>
          <a:bodyPr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1376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7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8960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1000" dirty="0"/>
              <a:t>다중 선택 조건문은 여러 조건 중 하나를 선택하여 실행할 수 있는 다중 선택 구조이다</a:t>
            </a:r>
            <a:r>
              <a:rPr lang="en-US" altLang="ko-KR" sz="1000" dirty="0"/>
              <a:t>. </a:t>
            </a:r>
            <a:r>
              <a:rPr lang="ko-KR" altLang="en-US" sz="1000" dirty="0"/>
              <a:t>하나의 조건이 참</a:t>
            </a:r>
            <a:r>
              <a:rPr lang="en-US" altLang="ko-KR" sz="1000" dirty="0"/>
              <a:t>(True) </a:t>
            </a:r>
            <a:r>
              <a:rPr lang="ko-KR" altLang="en-US" sz="1000" dirty="0"/>
              <a:t>이면 해당 조건의 명령문이 실행되고 그 외의 조건들은 검사하지 않는다</a:t>
            </a:r>
            <a:r>
              <a:rPr lang="en-US" altLang="ko-KR" sz="1000" dirty="0"/>
              <a:t>. </a:t>
            </a:r>
            <a:r>
              <a:rPr lang="ko-KR" altLang="en-US" sz="1000" dirty="0"/>
              <a:t>만약 모든 조건이 거짓</a:t>
            </a:r>
            <a:r>
              <a:rPr lang="en-US" altLang="ko-KR" sz="1000" dirty="0"/>
              <a:t>(False) </a:t>
            </a:r>
            <a:r>
              <a:rPr lang="ko-KR" altLang="en-US" sz="1000" dirty="0"/>
              <a:t>이면 </a:t>
            </a:r>
            <a:r>
              <a:rPr lang="en-US" altLang="ko-KR" sz="1000" dirty="0"/>
              <a:t>else</a:t>
            </a:r>
            <a:r>
              <a:rPr lang="ko-KR" altLang="en-US" sz="1000" dirty="0"/>
              <a:t>문 안의 명령문이 실행된다</a:t>
            </a:r>
            <a:r>
              <a:rPr lang="en-US" altLang="ko-KR" sz="1000" dirty="0"/>
              <a:t>. </a:t>
            </a:r>
            <a:r>
              <a:rPr lang="ko-KR" altLang="en-US" sz="1000" dirty="0"/>
              <a:t>즉 여러 경우의 </a:t>
            </a:r>
            <a:r>
              <a:rPr lang="ko-KR" altLang="en-US" sz="1000" b="1" dirty="0"/>
              <a:t>조건 중 하나만 실행되는 선택 구조</a:t>
            </a:r>
            <a:r>
              <a:rPr lang="ko-KR" altLang="en-US" sz="1000" dirty="0"/>
              <a:t>이다</a:t>
            </a:r>
            <a:r>
              <a:rPr lang="en-US" altLang="ko-KR" sz="10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000" dirty="0"/>
              <a:t>[</a:t>
            </a:r>
            <a:r>
              <a:rPr lang="ko-KR" altLang="en-US" sz="1000" dirty="0"/>
              <a:t>다중 선택 조건문 구조</a:t>
            </a:r>
            <a:r>
              <a:rPr lang="en-US" altLang="ko-KR" sz="1000" dirty="0"/>
              <a:t>1]                                                   [</a:t>
            </a:r>
            <a:r>
              <a:rPr lang="ko-KR" altLang="en-US" sz="1000" dirty="0"/>
              <a:t>다중 선택 조건문 구조</a:t>
            </a:r>
            <a:r>
              <a:rPr lang="en-US" altLang="ko-KR" sz="1000" dirty="0"/>
              <a:t>2]</a:t>
            </a:r>
            <a:endParaRPr lang="ko-KR" altLang="en-US" sz="1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C55E26-3105-A948-ED9E-E8EFD640B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914" y="2834639"/>
            <a:ext cx="2685267" cy="282956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4964084-B749-E8F8-4C58-C5CF665FD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6335" y="2834639"/>
            <a:ext cx="1886857" cy="2476499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650C1971-B46A-2C0B-B838-D4EBBF7DE182}"/>
              </a:ext>
            </a:extLst>
          </p:cNvPr>
          <p:cNvSpPr txBox="1">
            <a:spLocks/>
          </p:cNvSpPr>
          <p:nvPr/>
        </p:nvSpPr>
        <p:spPr>
          <a:xfrm>
            <a:off x="983656" y="5916620"/>
            <a:ext cx="4555725" cy="496680"/>
          </a:xfrm>
          <a:prstGeom prst="rect">
            <a:avLst/>
          </a:prstGeom>
        </p:spPr>
        <p:txBody>
          <a:bodyPr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1376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7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8960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100" dirty="0"/>
              <a:t>else if</a:t>
            </a:r>
            <a:r>
              <a:rPr lang="ko-KR" altLang="en-US" sz="1100" dirty="0"/>
              <a:t> → </a:t>
            </a:r>
            <a:r>
              <a:rPr lang="en-US" altLang="ko-KR" sz="1100" dirty="0" err="1"/>
              <a:t>elif</a:t>
            </a:r>
            <a:r>
              <a:rPr lang="en-US" altLang="ko-KR" sz="1100" dirty="0"/>
              <a:t> </a:t>
            </a:r>
            <a:r>
              <a:rPr lang="ko-KR" altLang="en-US" sz="1100" dirty="0"/>
              <a:t>로 바뀌는 이유</a:t>
            </a:r>
          </a:p>
        </p:txBody>
      </p:sp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A1AFDD47-FADD-2B1C-A4AD-C6DBDD42B364}"/>
              </a:ext>
            </a:extLst>
          </p:cNvPr>
          <p:cNvSpPr txBox="1">
            <a:spLocks/>
          </p:cNvSpPr>
          <p:nvPr/>
        </p:nvSpPr>
        <p:spPr>
          <a:xfrm>
            <a:off x="1178634" y="6295978"/>
            <a:ext cx="4944798" cy="2253651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맑은 고딕" panose="020B0503020000020004" pitchFamily="50" charset="-127"/>
              <a:buChar char="–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다양한 조건을 처리할 때 여러 개의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if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문을 중첩하거나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if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안에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if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~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else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를 넣어 표현할 수 있다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 </a:t>
            </a:r>
          </a:p>
          <a:p>
            <a:pPr>
              <a:buFont typeface="맑은 고딕" panose="020B0503020000020004" pitchFamily="50" charset="-127"/>
              <a:buChar char="–"/>
            </a:pPr>
            <a:r>
              <a:rPr lang="ko-KR" altLang="en-US" dirty="0" err="1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파이썬은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다중 선택 조건문 구조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1]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의 형태를 간결하게 표현하기 위해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else if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를 하나로 합쳐 </a:t>
            </a:r>
            <a:r>
              <a:rPr lang="en-US" altLang="ko-KR" dirty="0" err="1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elif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(else + if )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라는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다중 선택 조건문 구조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2]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와 같이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단축 구문을 제공한다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</a:p>
          <a:p>
            <a:pPr marL="0" indent="0">
              <a:buNone/>
            </a:pPr>
            <a:r>
              <a:rPr lang="en-US" altLang="ko-KR" dirty="0"/>
              <a:t>[else if </a:t>
            </a:r>
            <a:r>
              <a:rPr lang="ko-KR" altLang="en-US" dirty="0"/>
              <a:t>구문</a:t>
            </a:r>
            <a:r>
              <a:rPr lang="en-US" altLang="ko-KR" dirty="0"/>
              <a:t>]                                    [</a:t>
            </a:r>
            <a:r>
              <a:rPr lang="en-US" altLang="ko-KR" dirty="0" err="1"/>
              <a:t>elif</a:t>
            </a:r>
            <a:r>
              <a:rPr lang="en-US" altLang="ko-KR" dirty="0"/>
              <a:t> </a:t>
            </a:r>
            <a:r>
              <a:rPr lang="ko-KR" altLang="en-US" dirty="0"/>
              <a:t>단축 구문</a:t>
            </a:r>
            <a:r>
              <a:rPr lang="en-US" altLang="ko-KR" dirty="0"/>
              <a:t>]</a:t>
            </a:r>
            <a:endParaRPr lang="ko-KR" altLang="en-US" dirty="0"/>
          </a:p>
          <a:p>
            <a:pPr marL="0" indent="0">
              <a:buNone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0" indent="0">
              <a:buNone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lvl="1">
              <a:lnSpc>
                <a:spcPct val="150000"/>
              </a:lnSpc>
            </a:pP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C456D28-8313-C9C0-0BBF-583D77798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581" y="8038574"/>
            <a:ext cx="1250739" cy="51105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03556A5-D656-CDE9-0D0F-7D5E4E732B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5375" y="8038574"/>
            <a:ext cx="1250739" cy="39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33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102AE-9B93-5CAD-52F1-4BA401D6E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C4F7F7-5948-5F67-434A-55ED4471A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344" y="913776"/>
            <a:ext cx="3738771" cy="338272"/>
          </a:xfrm>
        </p:spPr>
        <p:txBody>
          <a:bodyPr>
            <a:norm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</a:rPr>
              <a:t>if ~ </a:t>
            </a:r>
            <a:r>
              <a:rPr lang="en-US" altLang="ko-KR" sz="1200" dirty="0" err="1">
                <a:latin typeface="맑은 고딕" panose="020B0503020000020004" pitchFamily="50" charset="-127"/>
              </a:rPr>
              <a:t>elif</a:t>
            </a:r>
            <a:r>
              <a:rPr lang="en-US" altLang="ko-KR" sz="1200" dirty="0">
                <a:latin typeface="맑은 고딕" panose="020B0503020000020004" pitchFamily="50" charset="-127"/>
              </a:rPr>
              <a:t> ~ else </a:t>
            </a:r>
            <a:r>
              <a:rPr lang="ko-KR" altLang="en-US" sz="1200" dirty="0">
                <a:latin typeface="맑은 고딕" panose="020B0503020000020004" pitchFamily="50" charset="-127"/>
              </a:rPr>
              <a:t>다중 선택 조건문</a:t>
            </a:r>
            <a:endParaRPr lang="ko-KR" altLang="en-US" sz="1200" dirty="0"/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AC3B800B-B50C-E880-C292-615E96EFE3A8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8</a:t>
            </a:fld>
            <a:endParaRPr lang="ko-KR" altLang="en-US" sz="1000" dirty="0"/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D8BA3FB3-3FC7-AC36-4074-9C4DD1579774}"/>
              </a:ext>
            </a:extLst>
          </p:cNvPr>
          <p:cNvSpPr txBox="1">
            <a:spLocks/>
          </p:cNvSpPr>
          <p:nvPr/>
        </p:nvSpPr>
        <p:spPr>
          <a:xfrm>
            <a:off x="831256" y="1344620"/>
            <a:ext cx="4555725" cy="496680"/>
          </a:xfrm>
          <a:prstGeom prst="rect">
            <a:avLst/>
          </a:prstGeom>
        </p:spPr>
        <p:txBody>
          <a:bodyPr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1376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7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8960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00" dirty="0"/>
              <a:t>[if ~ </a:t>
            </a:r>
            <a:r>
              <a:rPr lang="en-US" altLang="ko-KR" sz="1000" dirty="0" err="1"/>
              <a:t>elif</a:t>
            </a:r>
            <a:r>
              <a:rPr lang="en-US" altLang="ko-KR" sz="1000" dirty="0"/>
              <a:t> ~ else </a:t>
            </a:r>
            <a:r>
              <a:rPr lang="ko-KR" altLang="en-US" sz="1000" dirty="0"/>
              <a:t>문의 기본 구조</a:t>
            </a:r>
            <a:r>
              <a:rPr lang="en-US" altLang="ko-KR" sz="1000" dirty="0"/>
              <a:t>]                              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000" dirty="0"/>
              <a:t>                                            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000" dirty="0"/>
              <a:t>                                                   [if ~ </a:t>
            </a:r>
            <a:r>
              <a:rPr lang="en-US" altLang="ko-KR" sz="1000" dirty="0" err="1"/>
              <a:t>elif</a:t>
            </a:r>
            <a:r>
              <a:rPr lang="en-US" altLang="ko-KR" sz="1000" dirty="0"/>
              <a:t> ~ else </a:t>
            </a:r>
            <a:r>
              <a:rPr lang="ko-KR" altLang="en-US" sz="1000" dirty="0"/>
              <a:t>문의</a:t>
            </a:r>
            <a:r>
              <a:rPr lang="en-US" altLang="ko-KR" sz="1000" dirty="0"/>
              <a:t> </a:t>
            </a:r>
            <a:r>
              <a:rPr lang="ko-KR" altLang="en-US" sz="1000" dirty="0"/>
              <a:t>동작 흐름도</a:t>
            </a:r>
            <a:r>
              <a:rPr lang="en-US" altLang="ko-KR" sz="1000" dirty="0"/>
              <a:t>]</a:t>
            </a:r>
            <a:endParaRPr lang="ko-KR" altLang="en-US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90C48F7-D498-28CD-6029-0EF3C38049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48"/>
          <a:stretch>
            <a:fillRect/>
          </a:stretch>
        </p:blipFill>
        <p:spPr>
          <a:xfrm>
            <a:off x="1069758" y="1742314"/>
            <a:ext cx="1029340" cy="2711564"/>
          </a:xfrm>
          <a:prstGeom prst="rect">
            <a:avLst/>
          </a:prstGeom>
        </p:spPr>
      </p:pic>
      <p:pic>
        <p:nvPicPr>
          <p:cNvPr id="5" name="Picture 3" descr="H:\한빛\강의교안제작\[보안주의]출판원고PDF\자바기초_그림&amp;표\ch03_img\ch03-11_cut.jpg">
            <a:extLst>
              <a:ext uri="{FF2B5EF4-FFF2-40B4-BE49-F238E27FC236}">
                <a16:creationId xmlns:a16="http://schemas.microsoft.com/office/drawing/2014/main" id="{1E80D2A1-6F28-96EB-C090-3AF978FC91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b="27017"/>
          <a:stretch>
            <a:fillRect/>
          </a:stretch>
        </p:blipFill>
        <p:spPr bwMode="auto">
          <a:xfrm>
            <a:off x="2347869" y="2403832"/>
            <a:ext cx="3399428" cy="1912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3CF334A4-55D6-52BE-87AE-93194ABFF6D3}"/>
              </a:ext>
            </a:extLst>
          </p:cNvPr>
          <p:cNvSpPr txBox="1">
            <a:spLocks/>
          </p:cNvSpPr>
          <p:nvPr/>
        </p:nvSpPr>
        <p:spPr>
          <a:xfrm>
            <a:off x="1009677" y="5032386"/>
            <a:ext cx="4926303" cy="326642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문제 </a:t>
            </a:r>
            <a:r>
              <a:rPr lang="en-US" altLang="ko-KR" dirty="0"/>
              <a:t>1. </a:t>
            </a:r>
            <a:r>
              <a:rPr lang="ko-KR" altLang="en-US" dirty="0"/>
              <a:t>다음 프로그램은 입력된 수의 크기를 비교하여 해당 범위를 출력하는 프로그램입니다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[</a:t>
            </a:r>
            <a:r>
              <a:rPr lang="ko-KR" altLang="en-US" dirty="0"/>
              <a:t>실습</a:t>
            </a:r>
            <a:r>
              <a:rPr lang="en-US" altLang="ko-KR" dirty="0"/>
              <a:t>]</a:t>
            </a:r>
            <a:r>
              <a:rPr lang="ko-KR" altLang="en-US" dirty="0"/>
              <a:t>                                               </a:t>
            </a:r>
            <a:r>
              <a:rPr lang="en-US" altLang="ko-KR" dirty="0"/>
              <a:t>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[</a:t>
            </a:r>
            <a:r>
              <a:rPr lang="ko-KR" altLang="en-US" dirty="0"/>
              <a:t>실습 결과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0D695DA-1786-9C97-75D0-41C0275B13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3619" y="5742265"/>
            <a:ext cx="2724373" cy="196408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F76638F-FF9D-9E11-B9A8-03486CA8BE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3619" y="8054962"/>
            <a:ext cx="2467881" cy="25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625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A8EFD-A01D-B1E9-4A51-E1A590926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90A900F4-26F0-9742-22EE-4A8BF09DD3BD}"/>
              </a:ext>
            </a:extLst>
          </p:cNvPr>
          <p:cNvSpPr txBox="1">
            <a:spLocks/>
          </p:cNvSpPr>
          <p:nvPr/>
        </p:nvSpPr>
        <p:spPr>
          <a:xfrm>
            <a:off x="1009677" y="1359546"/>
            <a:ext cx="5071083" cy="7464413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1. </a:t>
            </a:r>
            <a:r>
              <a:rPr lang="ko-KR" altLang="en-US" dirty="0"/>
              <a:t>컵의 사이즈를 입력 받아 </a:t>
            </a:r>
            <a:r>
              <a:rPr lang="en-US" altLang="ko-KR" dirty="0"/>
              <a:t>100ml </a:t>
            </a:r>
            <a:r>
              <a:rPr lang="ko-KR" altLang="en-US" dirty="0"/>
              <a:t>미만이면 </a:t>
            </a:r>
            <a:r>
              <a:rPr lang="en-US" altLang="ko-KR" dirty="0"/>
              <a:t>small, 100ml </a:t>
            </a:r>
            <a:r>
              <a:rPr lang="ko-KR" altLang="en-US" dirty="0"/>
              <a:t>이상 </a:t>
            </a:r>
            <a:r>
              <a:rPr lang="en-US" altLang="ko-KR" dirty="0"/>
              <a:t>200ml </a:t>
            </a:r>
            <a:r>
              <a:rPr lang="ko-KR" altLang="en-US" dirty="0"/>
              <a:t>미만이면 </a:t>
            </a:r>
            <a:r>
              <a:rPr lang="en-US" altLang="ko-KR" dirty="0"/>
              <a:t>medium, 200ml </a:t>
            </a:r>
            <a:r>
              <a:rPr lang="ko-KR" altLang="en-US" dirty="0"/>
              <a:t>이상이면 </a:t>
            </a:r>
            <a:r>
              <a:rPr lang="en-US" altLang="ko-KR" dirty="0"/>
              <a:t>large</a:t>
            </a:r>
            <a:r>
              <a:rPr lang="ko-KR" altLang="en-US" dirty="0"/>
              <a:t>라고 출력하는 프로그램을</a:t>
            </a:r>
            <a:r>
              <a:rPr lang="en-US" altLang="ko-KR" dirty="0"/>
              <a:t> </a:t>
            </a:r>
            <a:r>
              <a:rPr lang="ko-KR" altLang="en-US" dirty="0"/>
              <a:t>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1]           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2]             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3]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2. </a:t>
            </a:r>
            <a:r>
              <a:rPr lang="ko-KR" altLang="en-US" dirty="0"/>
              <a:t>정수를 입력 받아 </a:t>
            </a:r>
            <a:r>
              <a:rPr lang="en-US" altLang="ko-KR" dirty="0"/>
              <a:t>0</a:t>
            </a:r>
            <a:r>
              <a:rPr lang="ko-KR" altLang="en-US" dirty="0"/>
              <a:t>이면 “</a:t>
            </a:r>
            <a:r>
              <a:rPr lang="en-US" altLang="ko-KR" dirty="0"/>
              <a:t>zero”,</a:t>
            </a:r>
            <a:r>
              <a:rPr lang="ko-KR" altLang="en-US" dirty="0"/>
              <a:t>양수이면 “</a:t>
            </a:r>
            <a:r>
              <a:rPr lang="en-US" altLang="ko-KR" dirty="0"/>
              <a:t>plus”,</a:t>
            </a:r>
            <a:r>
              <a:rPr lang="ko-KR" altLang="en-US" dirty="0"/>
              <a:t>음수이면 “</a:t>
            </a:r>
            <a:r>
              <a:rPr lang="en-US" altLang="ko-KR" dirty="0"/>
              <a:t>minus”</a:t>
            </a:r>
            <a:r>
              <a:rPr lang="ko-KR" altLang="en-US" dirty="0"/>
              <a:t>라고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1]          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2]            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3]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3. </a:t>
            </a:r>
            <a:r>
              <a:rPr lang="ko-KR" altLang="en-US" dirty="0"/>
              <a:t>몸무게를 </a:t>
            </a:r>
            <a:r>
              <a:rPr lang="ko-KR" altLang="en-US" dirty="0" err="1"/>
              <a:t>입력받아</a:t>
            </a:r>
            <a:r>
              <a:rPr lang="ko-KR" altLang="en-US" dirty="0"/>
              <a:t> 체급을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체급별 몸무게표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B90D259-1CBA-868A-4188-DB82B1B2F81F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if ~ </a:t>
            </a:r>
            <a:r>
              <a:rPr lang="en-US" altLang="ko-KR" sz="1200" dirty="0" err="1"/>
              <a:t>elif</a:t>
            </a:r>
            <a:r>
              <a:rPr lang="en-US" altLang="ko-KR" sz="1200" dirty="0"/>
              <a:t> ~ else </a:t>
            </a:r>
            <a:r>
              <a:rPr lang="ko-KR" altLang="en-US" sz="1200" dirty="0"/>
              <a:t>다중 선택 조건문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E8B29CB-0036-4097-6133-5AE2EA969C3D}"/>
              </a:ext>
            </a:extLst>
          </p:cNvPr>
          <p:cNvGrpSpPr/>
          <p:nvPr/>
        </p:nvGrpSpPr>
        <p:grpSpPr>
          <a:xfrm>
            <a:off x="1068709" y="2282705"/>
            <a:ext cx="1598291" cy="567245"/>
            <a:chOff x="1175389" y="2236915"/>
            <a:chExt cx="2219635" cy="819574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812D860B-73B4-F1C3-2773-EE89F78DA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75389" y="2236915"/>
              <a:ext cx="2219635" cy="523948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12D44483-0DFD-F315-4D23-F7FBE9DA2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75389" y="2799278"/>
              <a:ext cx="1971950" cy="257211"/>
            </a:xfrm>
            <a:prstGeom prst="rect">
              <a:avLst/>
            </a:prstGeom>
          </p:spPr>
        </p:pic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FD2E6BD-E939-DB4A-422A-18A5C8DC455C}"/>
              </a:ext>
            </a:extLst>
          </p:cNvPr>
          <p:cNvGrpSpPr/>
          <p:nvPr/>
        </p:nvGrpSpPr>
        <p:grpSpPr>
          <a:xfrm>
            <a:off x="2752359" y="2283906"/>
            <a:ext cx="1664741" cy="513835"/>
            <a:chOff x="2947624" y="2214125"/>
            <a:chExt cx="2238687" cy="762107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B723A0E2-854C-F8F6-56EA-E8BD2B6A1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47624" y="2214125"/>
              <a:ext cx="2238687" cy="543001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4A44C709-1FA4-3616-13D7-3B328FB511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90492" y="2757126"/>
              <a:ext cx="2152950" cy="219106"/>
            </a:xfrm>
            <a:prstGeom prst="rect">
              <a:avLst/>
            </a:prstGeom>
          </p:spPr>
        </p:pic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AC4E2ED-1E81-6CC0-209D-65C56C658A06}"/>
              </a:ext>
            </a:extLst>
          </p:cNvPr>
          <p:cNvGrpSpPr/>
          <p:nvPr/>
        </p:nvGrpSpPr>
        <p:grpSpPr>
          <a:xfrm>
            <a:off x="4479775" y="2287044"/>
            <a:ext cx="1600985" cy="510697"/>
            <a:chOff x="3930829" y="3108580"/>
            <a:chExt cx="2222548" cy="734319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35927667-A22E-BA20-8A07-4BFCC4854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62321" y="3108580"/>
              <a:ext cx="2191056" cy="552527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E6C8BB47-1425-D9CC-13B8-0FC5FAC61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930829" y="3595214"/>
              <a:ext cx="1667108" cy="247685"/>
            </a:xfrm>
            <a:prstGeom prst="rect">
              <a:avLst/>
            </a:prstGeom>
          </p:spPr>
        </p:pic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1F86E23-A82B-DB10-E708-7C6674B6C718}"/>
              </a:ext>
            </a:extLst>
          </p:cNvPr>
          <p:cNvGrpSpPr/>
          <p:nvPr/>
        </p:nvGrpSpPr>
        <p:grpSpPr>
          <a:xfrm>
            <a:off x="1068709" y="4124318"/>
            <a:ext cx="1715528" cy="501657"/>
            <a:chOff x="1068709" y="4124318"/>
            <a:chExt cx="2438740" cy="764691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57717B5B-7A70-A23A-F060-379383E38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8709" y="4124318"/>
              <a:ext cx="2438740" cy="533474"/>
            </a:xfrm>
            <a:prstGeom prst="rect">
              <a:avLst/>
            </a:prstGeom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AA4AC637-589E-38A7-AACA-5F43DDFCEF6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83949" y="4641324"/>
              <a:ext cx="1686160" cy="247685"/>
            </a:xfrm>
            <a:prstGeom prst="rect">
              <a:avLst/>
            </a:prstGeom>
          </p:spPr>
        </p:pic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F46D3DC-2940-D3AE-C854-807C6F2D6407}"/>
              </a:ext>
            </a:extLst>
          </p:cNvPr>
          <p:cNvGrpSpPr/>
          <p:nvPr/>
        </p:nvGrpSpPr>
        <p:grpSpPr>
          <a:xfrm>
            <a:off x="2689860" y="4079209"/>
            <a:ext cx="1600985" cy="546766"/>
            <a:chOff x="2681447" y="4079209"/>
            <a:chExt cx="2172003" cy="786064"/>
          </a:xfrm>
        </p:grpSpPr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6BEDC7AE-5FF1-5241-D6A7-49DD7470A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681447" y="4079209"/>
              <a:ext cx="2172003" cy="609685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140D1105-4ED4-4575-7A21-677BF44EA4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685634" y="4617588"/>
              <a:ext cx="1600423" cy="247685"/>
            </a:xfrm>
            <a:prstGeom prst="rect">
              <a:avLst/>
            </a:prstGeom>
          </p:spPr>
        </p:pic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04C9559-43EA-F87F-81BB-1EFBF13A1BFA}"/>
              </a:ext>
            </a:extLst>
          </p:cNvPr>
          <p:cNvGrpSpPr/>
          <p:nvPr/>
        </p:nvGrpSpPr>
        <p:grpSpPr>
          <a:xfrm>
            <a:off x="4369878" y="4079209"/>
            <a:ext cx="1639252" cy="546766"/>
            <a:chOff x="4286057" y="4063678"/>
            <a:chExt cx="2257740" cy="799028"/>
          </a:xfrm>
        </p:grpSpPr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0473FDF8-0B77-70F0-1414-63F076AF80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86057" y="4063678"/>
              <a:ext cx="2257740" cy="600159"/>
            </a:xfrm>
            <a:prstGeom prst="rect">
              <a:avLst/>
            </a:prstGeom>
          </p:spPr>
        </p:pic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C75E6589-56FF-D152-A352-0CF747E5C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293677" y="4624548"/>
              <a:ext cx="1486107" cy="238158"/>
            </a:xfrm>
            <a:prstGeom prst="rect">
              <a:avLst/>
            </a:prstGeom>
          </p:spPr>
        </p:pic>
      </p:grpSp>
      <p:pic>
        <p:nvPicPr>
          <p:cNvPr id="44" name="그림 43">
            <a:extLst>
              <a:ext uri="{FF2B5EF4-FFF2-40B4-BE49-F238E27FC236}">
                <a16:creationId xmlns:a16="http://schemas.microsoft.com/office/drawing/2014/main" id="{93C3A568-8C2C-4425-9014-820012F101F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65557" y="5481086"/>
            <a:ext cx="2670432" cy="1946247"/>
          </a:xfrm>
          <a:prstGeom prst="rect">
            <a:avLst/>
          </a:prstGeom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E1758C50-F15B-C0F8-6A9A-A2E16C61225E}"/>
              </a:ext>
            </a:extLst>
          </p:cNvPr>
          <p:cNvGrpSpPr/>
          <p:nvPr/>
        </p:nvGrpSpPr>
        <p:grpSpPr>
          <a:xfrm>
            <a:off x="1547020" y="7770803"/>
            <a:ext cx="1728786" cy="583217"/>
            <a:chOff x="1867854" y="7739443"/>
            <a:chExt cx="2353003" cy="799054"/>
          </a:xfrm>
        </p:grpSpPr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85F17A47-97E7-F5C4-71CD-23CE839D0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867854" y="7739443"/>
              <a:ext cx="2353003" cy="543001"/>
            </a:xfrm>
            <a:prstGeom prst="rect">
              <a:avLst/>
            </a:prstGeom>
          </p:spPr>
        </p:pic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20C4798D-E2E6-63FD-AE16-B113C47BB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895993" y="8271760"/>
              <a:ext cx="2191056" cy="2667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14981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22192-B663-7C79-07C0-FB051BCE8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4D06D2-D82F-0542-8553-F6B1AC558870}"/>
              </a:ext>
            </a:extLst>
          </p:cNvPr>
          <p:cNvSpPr txBox="1">
            <a:spLocks/>
          </p:cNvSpPr>
          <p:nvPr/>
        </p:nvSpPr>
        <p:spPr>
          <a:xfrm>
            <a:off x="864066" y="1268946"/>
            <a:ext cx="4984284" cy="7664742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4. </a:t>
            </a:r>
            <a:r>
              <a:rPr lang="ko-KR" altLang="en-US" dirty="0"/>
              <a:t>옷 가게 주인이 각 아이템의 세금을 계산하는 프로그램을 만들려고 한다</a:t>
            </a:r>
            <a:r>
              <a:rPr lang="en-US" altLang="ko-KR" dirty="0"/>
              <a:t>. </a:t>
            </a:r>
            <a:r>
              <a:rPr lang="ko-KR" altLang="en-US" dirty="0"/>
              <a:t>옷의 가격이 </a:t>
            </a:r>
            <a:r>
              <a:rPr lang="en-US" altLang="ko-KR" dirty="0"/>
              <a:t>100</a:t>
            </a:r>
            <a:r>
              <a:rPr lang="ko-KR" altLang="en-US" dirty="0"/>
              <a:t>달러 이상이면 </a:t>
            </a:r>
            <a:r>
              <a:rPr lang="en-US" altLang="ko-KR" dirty="0"/>
              <a:t>5% </a:t>
            </a:r>
            <a:r>
              <a:rPr lang="ko-KR" altLang="en-US" dirty="0"/>
              <a:t>세금이 부과되고</a:t>
            </a:r>
            <a:r>
              <a:rPr lang="en-US" altLang="ko-KR" dirty="0"/>
              <a:t>,100</a:t>
            </a:r>
            <a:r>
              <a:rPr lang="ko-KR" altLang="en-US" dirty="0"/>
              <a:t>달러 미만이면 세금이 부과되지 않는다</a:t>
            </a:r>
            <a:r>
              <a:rPr lang="en-US" altLang="ko-KR" dirty="0"/>
              <a:t>. </a:t>
            </a:r>
            <a:r>
              <a:rPr lang="ko-KR" altLang="en-US" dirty="0"/>
              <a:t>옷의 가격을 입력하면 세금과 총 가격을 출력하는 프로그램을 작성하세요</a:t>
            </a:r>
            <a:r>
              <a:rPr lang="en-US" altLang="ko-KR" dirty="0"/>
              <a:t>.( 5% </a:t>
            </a:r>
            <a:r>
              <a:rPr lang="ko-KR" altLang="en-US" dirty="0"/>
              <a:t>계산 </a:t>
            </a:r>
            <a:r>
              <a:rPr lang="en-US" altLang="ko-KR" dirty="0"/>
              <a:t>: </a:t>
            </a:r>
            <a:r>
              <a:rPr lang="ko-KR" altLang="en-US" dirty="0" err="1"/>
              <a:t>옷가격</a:t>
            </a:r>
            <a:r>
              <a:rPr lang="ko-KR" altLang="en-US" dirty="0"/>
              <a:t> </a:t>
            </a:r>
            <a:r>
              <a:rPr lang="en-US" altLang="ko-KR" dirty="0"/>
              <a:t>* 5 / 100 )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1]                        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2]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5. </a:t>
            </a:r>
            <a:r>
              <a:rPr lang="ko-KR" altLang="en-US" dirty="0"/>
              <a:t>정수 </a:t>
            </a:r>
            <a:r>
              <a:rPr lang="en-US" altLang="ko-KR" dirty="0"/>
              <a:t>3</a:t>
            </a:r>
            <a:r>
              <a:rPr lang="ko-KR" altLang="en-US" dirty="0"/>
              <a:t>개를 </a:t>
            </a:r>
            <a:r>
              <a:rPr lang="ko-KR" altLang="en-US" dirty="0" err="1"/>
              <a:t>입력받아</a:t>
            </a:r>
            <a:r>
              <a:rPr lang="ko-KR" altLang="en-US" dirty="0"/>
              <a:t> 그 중 가장 큰 수를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1]                              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2]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3]                              [</a:t>
            </a:r>
            <a:r>
              <a:rPr lang="ko-KR" altLang="en-US" b="1" dirty="0"/>
              <a:t>최대값 알고리즘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정수 한 줄 입력 명령어 </a:t>
            </a:r>
            <a:r>
              <a:rPr lang="en-US" altLang="ko-KR" b="1" dirty="0">
                <a:solidFill>
                  <a:srgbClr val="FF0000"/>
                </a:solidFill>
              </a:rPr>
              <a:t>:  map( int , input( ) . split( ) )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F150FB8-A1E1-2B0F-4B44-1F6319457C3F}"/>
              </a:ext>
            </a:extLst>
          </p:cNvPr>
          <p:cNvSpPr txBox="1">
            <a:spLocks/>
          </p:cNvSpPr>
          <p:nvPr/>
        </p:nvSpPr>
        <p:spPr>
          <a:xfrm>
            <a:off x="91850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응용 문제</a:t>
            </a: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1FC8E177-9B33-F2EC-B78B-BD22E333A692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10</a:t>
            </a:fld>
            <a:endParaRPr lang="ko-KR" altLang="en-US" sz="1000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6CEF4D3-A799-AEB7-5345-630F1FF53439}"/>
              </a:ext>
            </a:extLst>
          </p:cNvPr>
          <p:cNvGrpSpPr/>
          <p:nvPr/>
        </p:nvGrpSpPr>
        <p:grpSpPr>
          <a:xfrm>
            <a:off x="1202959" y="2612351"/>
            <a:ext cx="3193781" cy="649009"/>
            <a:chOff x="1110611" y="2635211"/>
            <a:chExt cx="4294329" cy="790685"/>
          </a:xfrm>
        </p:grpSpPr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1F46D9F5-363F-00E4-98A6-804458C84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0611" y="2635211"/>
              <a:ext cx="2333951" cy="552527"/>
            </a:xfrm>
            <a:prstGeom prst="rect">
              <a:avLst/>
            </a:prstGeom>
          </p:spPr>
        </p:pic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0BBE64C9-BD9E-0EB7-14C1-64661AF25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6671" y="3187738"/>
              <a:ext cx="4258269" cy="238158"/>
            </a:xfrm>
            <a:prstGeom prst="rect">
              <a:avLst/>
            </a:prstGeom>
          </p:spPr>
        </p:pic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AA06EDB6-5D8A-ACA8-266C-1B482F4AAA4A}"/>
              </a:ext>
            </a:extLst>
          </p:cNvPr>
          <p:cNvGrpSpPr/>
          <p:nvPr/>
        </p:nvGrpSpPr>
        <p:grpSpPr>
          <a:xfrm>
            <a:off x="1229778" y="3629234"/>
            <a:ext cx="3494622" cy="610641"/>
            <a:chOff x="1229778" y="3519399"/>
            <a:chExt cx="4414449" cy="781987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C745D72D-72DB-59A2-26F9-51B4F4FAE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9778" y="3519399"/>
              <a:ext cx="2210108" cy="523948"/>
            </a:xfrm>
            <a:prstGeom prst="rect">
              <a:avLst/>
            </a:prstGeom>
          </p:spPr>
        </p:pic>
        <p:pic>
          <p:nvPicPr>
            <p:cNvPr id="54" name="그림 53">
              <a:extLst>
                <a:ext uri="{FF2B5EF4-FFF2-40B4-BE49-F238E27FC236}">
                  <a16:creationId xmlns:a16="http://schemas.microsoft.com/office/drawing/2014/main" id="{AFA3BDAD-0F12-8469-A4E3-0A3260168A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71642" y="4053701"/>
              <a:ext cx="4372585" cy="247685"/>
            </a:xfrm>
            <a:prstGeom prst="rect">
              <a:avLst/>
            </a:prstGeom>
          </p:spPr>
        </p:pic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E38BBFEE-9896-BC16-0C22-0801314905E0}"/>
              </a:ext>
            </a:extLst>
          </p:cNvPr>
          <p:cNvGrpSpPr/>
          <p:nvPr/>
        </p:nvGrpSpPr>
        <p:grpSpPr>
          <a:xfrm>
            <a:off x="1158295" y="5809931"/>
            <a:ext cx="1749594" cy="666403"/>
            <a:chOff x="1264512" y="5467697"/>
            <a:chExt cx="2351497" cy="822953"/>
          </a:xfrm>
        </p:grpSpPr>
        <p:pic>
          <p:nvPicPr>
            <p:cNvPr id="57" name="그림 56">
              <a:extLst>
                <a:ext uri="{FF2B5EF4-FFF2-40B4-BE49-F238E27FC236}">
                  <a16:creationId xmlns:a16="http://schemas.microsoft.com/office/drawing/2014/main" id="{39CCD474-FFB6-3CDD-05B7-CC17B3824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64512" y="5467697"/>
              <a:ext cx="2248214" cy="504895"/>
            </a:xfrm>
            <a:prstGeom prst="rect">
              <a:avLst/>
            </a:prstGeom>
          </p:spPr>
        </p:pic>
        <p:pic>
          <p:nvPicPr>
            <p:cNvPr id="59" name="그림 58">
              <a:extLst>
                <a:ext uri="{FF2B5EF4-FFF2-40B4-BE49-F238E27FC236}">
                  <a16:creationId xmlns:a16="http://schemas.microsoft.com/office/drawing/2014/main" id="{FED8E771-7747-DAD1-7552-C11B65B9A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20164" y="6023913"/>
              <a:ext cx="2295845" cy="266737"/>
            </a:xfrm>
            <a:prstGeom prst="rect">
              <a:avLst/>
            </a:prstGeom>
          </p:spPr>
        </p:pic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09866F68-E8D3-032E-4472-09ECCE7D95F2}"/>
              </a:ext>
            </a:extLst>
          </p:cNvPr>
          <p:cNvGrpSpPr/>
          <p:nvPr/>
        </p:nvGrpSpPr>
        <p:grpSpPr>
          <a:xfrm>
            <a:off x="3623865" y="5800336"/>
            <a:ext cx="1849719" cy="632647"/>
            <a:chOff x="3498935" y="5406229"/>
            <a:chExt cx="2305372" cy="803420"/>
          </a:xfrm>
        </p:grpSpPr>
        <p:pic>
          <p:nvPicPr>
            <p:cNvPr id="62" name="그림 61">
              <a:extLst>
                <a:ext uri="{FF2B5EF4-FFF2-40B4-BE49-F238E27FC236}">
                  <a16:creationId xmlns:a16="http://schemas.microsoft.com/office/drawing/2014/main" id="{E115FCDC-E1A9-6B74-A063-A6EFC40E3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98935" y="5406229"/>
              <a:ext cx="2305372" cy="552527"/>
            </a:xfrm>
            <a:prstGeom prst="rect">
              <a:avLst/>
            </a:prstGeom>
          </p:spPr>
        </p:pic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CAC57F47-F630-CA23-6C1E-9CDE49AE5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498935" y="5923859"/>
              <a:ext cx="1848108" cy="285790"/>
            </a:xfrm>
            <a:prstGeom prst="rect">
              <a:avLst/>
            </a:prstGeom>
          </p:spPr>
        </p:pic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69131B7A-8E54-6EE9-79B2-099E6C9C39C5}"/>
              </a:ext>
            </a:extLst>
          </p:cNvPr>
          <p:cNvGrpSpPr/>
          <p:nvPr/>
        </p:nvGrpSpPr>
        <p:grpSpPr>
          <a:xfrm>
            <a:off x="1158295" y="6862650"/>
            <a:ext cx="1672748" cy="646043"/>
            <a:chOff x="1122856" y="6741127"/>
            <a:chExt cx="2152950" cy="779411"/>
          </a:xfrm>
        </p:grpSpPr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7F3BA082-470C-4F97-B95C-15A4FD0A63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122856" y="6741127"/>
              <a:ext cx="2152950" cy="552527"/>
            </a:xfrm>
            <a:prstGeom prst="rect">
              <a:avLst/>
            </a:prstGeom>
          </p:spPr>
        </p:pic>
        <p:pic>
          <p:nvPicPr>
            <p:cNvPr id="69" name="그림 68">
              <a:extLst>
                <a:ext uri="{FF2B5EF4-FFF2-40B4-BE49-F238E27FC236}">
                  <a16:creationId xmlns:a16="http://schemas.microsoft.com/office/drawing/2014/main" id="{3990B785-83BF-8F81-D6C6-08D902962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55049" y="7253801"/>
              <a:ext cx="1743318" cy="266737"/>
            </a:xfrm>
            <a:prstGeom prst="rect">
              <a:avLst/>
            </a:prstGeom>
          </p:spPr>
        </p:pic>
      </p:grpSp>
      <p:pic>
        <p:nvPicPr>
          <p:cNvPr id="72" name="그림 71">
            <a:extLst>
              <a:ext uri="{FF2B5EF4-FFF2-40B4-BE49-F238E27FC236}">
                <a16:creationId xmlns:a16="http://schemas.microsoft.com/office/drawing/2014/main" id="{40C3421B-5388-9952-546A-FE5C9A2C565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0000" y="6774815"/>
            <a:ext cx="1354482" cy="125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818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C4084-15A9-9522-FAE0-A614FD8C7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7A05775-3F05-C1D3-E9D6-46F8E2CEC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0581" y="924546"/>
            <a:ext cx="3824236" cy="338272"/>
          </a:xfrm>
        </p:spPr>
        <p:txBody>
          <a:bodyPr>
            <a:normAutofit/>
          </a:bodyPr>
          <a:lstStyle/>
          <a:p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자리 바꾸기</a:t>
            </a:r>
            <a:endParaRPr lang="ko-KR" altLang="en-US" sz="1200" dirty="0"/>
          </a:p>
        </p:txBody>
      </p:sp>
      <p:sp>
        <p:nvSpPr>
          <p:cNvPr id="53" name="내용 개체 틀 2">
            <a:extLst>
              <a:ext uri="{FF2B5EF4-FFF2-40B4-BE49-F238E27FC236}">
                <a16:creationId xmlns:a16="http://schemas.microsoft.com/office/drawing/2014/main" id="{54C23DCA-E299-5EAA-0368-34ADC324B4F0}"/>
              </a:ext>
            </a:extLst>
          </p:cNvPr>
          <p:cNvSpPr txBox="1">
            <a:spLocks/>
          </p:cNvSpPr>
          <p:nvPr/>
        </p:nvSpPr>
        <p:spPr>
          <a:xfrm>
            <a:off x="986704" y="1426916"/>
            <a:ext cx="4555725" cy="496680"/>
          </a:xfrm>
          <a:prstGeom prst="rect">
            <a:avLst/>
          </a:prstGeom>
        </p:spPr>
        <p:txBody>
          <a:bodyPr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1376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7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8960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100" dirty="0"/>
              <a:t>자리</a:t>
            </a:r>
            <a:r>
              <a:rPr lang="en-US" altLang="ko-KR" sz="1100" dirty="0"/>
              <a:t> </a:t>
            </a:r>
            <a:r>
              <a:rPr lang="ko-KR" altLang="en-US" sz="1100" dirty="0"/>
              <a:t>바꾸기</a:t>
            </a:r>
            <a:r>
              <a:rPr lang="en-US" altLang="ko-KR" sz="1100" dirty="0"/>
              <a:t>(</a:t>
            </a:r>
            <a:r>
              <a:rPr lang="ko-KR" altLang="en-US" sz="1100" dirty="0"/>
              <a:t>변수 교환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54" name="내용 개체 틀 3">
            <a:extLst>
              <a:ext uri="{FF2B5EF4-FFF2-40B4-BE49-F238E27FC236}">
                <a16:creationId xmlns:a16="http://schemas.microsoft.com/office/drawing/2014/main" id="{F7C30DA3-08FC-6682-022C-AC4462CA587C}"/>
              </a:ext>
            </a:extLst>
          </p:cNvPr>
          <p:cNvSpPr txBox="1">
            <a:spLocks/>
          </p:cNvSpPr>
          <p:nvPr/>
        </p:nvSpPr>
        <p:spPr>
          <a:xfrm>
            <a:off x="1181682" y="2636854"/>
            <a:ext cx="4944798" cy="2335958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맑은 고딕" panose="020B0503020000020004" pitchFamily="50" charset="-127"/>
              <a:buChar char="–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두 변수의 값을 서로 바꾸기 위해서 임지 저장 공간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(temp)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이 필요하다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</a:p>
          <a:p>
            <a:pPr>
              <a:buFont typeface="맑은 고딕" panose="020B0503020000020004" pitchFamily="50" charset="-127"/>
              <a:buChar char="–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단순히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x = y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를 하면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x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의 원래 값이 사라지므로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,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한쪽 값을 임시 변수에 저장해 두었다가 교환해야 한다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ko-KR" altLang="en-US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lvl="1">
              <a:lnSpc>
                <a:spcPct val="100000"/>
              </a:lnSpc>
            </a:pP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31CA1BE-6790-7F4E-F726-1337E706F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534" y="1734659"/>
            <a:ext cx="1743561" cy="70607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59C04B58-E57C-1441-B41B-5F333A7F9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788" y="3637319"/>
            <a:ext cx="2561538" cy="1026284"/>
          </a:xfrm>
          <a:prstGeom prst="rect">
            <a:avLst/>
          </a:prstGeom>
        </p:spPr>
      </p:pic>
      <p:pic>
        <p:nvPicPr>
          <p:cNvPr id="146" name="그림 145">
            <a:extLst>
              <a:ext uri="{FF2B5EF4-FFF2-40B4-BE49-F238E27FC236}">
                <a16:creationId xmlns:a16="http://schemas.microsoft.com/office/drawing/2014/main" id="{2F158F76-295B-5146-2994-F554F0C529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712"/>
          <a:stretch>
            <a:fillRect/>
          </a:stretch>
        </p:blipFill>
        <p:spPr>
          <a:xfrm>
            <a:off x="1354800" y="5281880"/>
            <a:ext cx="3120318" cy="2627680"/>
          </a:xfrm>
          <a:prstGeom prst="rect">
            <a:avLst/>
          </a:prstGeom>
        </p:spPr>
      </p:pic>
      <p:sp>
        <p:nvSpPr>
          <p:cNvPr id="148" name="내용 개체 틀 3">
            <a:extLst>
              <a:ext uri="{FF2B5EF4-FFF2-40B4-BE49-F238E27FC236}">
                <a16:creationId xmlns:a16="http://schemas.microsoft.com/office/drawing/2014/main" id="{FDDDE7E5-D8C8-D953-232E-2FD416E53D26}"/>
              </a:ext>
            </a:extLst>
          </p:cNvPr>
          <p:cNvSpPr txBox="1">
            <a:spLocks/>
          </p:cNvSpPr>
          <p:nvPr/>
        </p:nvSpPr>
        <p:spPr>
          <a:xfrm>
            <a:off x="1181682" y="4863719"/>
            <a:ext cx="4944798" cy="2335958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맑은 고딕" panose="020B0503020000020004" pitchFamily="50" charset="-127"/>
              <a:buChar char="–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임시 저장 공간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(temp)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를 사용</a:t>
            </a: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ko-KR" altLang="en-US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lvl="1">
              <a:lnSpc>
                <a:spcPct val="10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1278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B1C6E-27B8-A341-EDA9-8520ED6D4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0E113C-9A2A-AB77-3848-0905E2928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344" y="913776"/>
            <a:ext cx="3738771" cy="338272"/>
          </a:xfrm>
        </p:spPr>
        <p:txBody>
          <a:bodyPr>
            <a:normAutofit/>
          </a:bodyPr>
          <a:lstStyle/>
          <a:p>
            <a:r>
              <a:rPr lang="ko-KR" altLang="en-US" sz="1200" dirty="0">
                <a:latin typeface="맑은 고딕" panose="020B0503020000020004" pitchFamily="50" charset="-127"/>
              </a:rPr>
              <a:t>자리 바꾸기</a:t>
            </a:r>
            <a:endParaRPr lang="ko-KR" altLang="en-US" sz="1200" dirty="0"/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1FAEE327-37FA-96CC-FD41-DDFF9309693F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12</a:t>
            </a:fld>
            <a:endParaRPr lang="ko-KR" altLang="en-US" sz="1000" dirty="0"/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0FC4A977-1BAA-2CCB-CC7B-BC33EA21CC38}"/>
              </a:ext>
            </a:extLst>
          </p:cNvPr>
          <p:cNvSpPr txBox="1">
            <a:spLocks/>
          </p:cNvSpPr>
          <p:nvPr/>
        </p:nvSpPr>
        <p:spPr>
          <a:xfrm>
            <a:off x="831256" y="1344620"/>
            <a:ext cx="4555725" cy="496680"/>
          </a:xfrm>
          <a:prstGeom prst="rect">
            <a:avLst/>
          </a:prstGeom>
        </p:spPr>
        <p:txBody>
          <a:bodyPr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1376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7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8960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00" dirty="0"/>
              <a:t>[</a:t>
            </a:r>
            <a:r>
              <a:rPr lang="ko-KR" altLang="en-US" sz="1000" dirty="0"/>
              <a:t>코드 예시</a:t>
            </a:r>
            <a:r>
              <a:rPr lang="en-US" altLang="ko-KR" sz="1000" dirty="0"/>
              <a:t>]                              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000" dirty="0"/>
              <a:t>                                                 </a:t>
            </a:r>
          </a:p>
        </p:txBody>
      </p:sp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70FF1751-F20D-BAD3-6A22-7EDE4479151F}"/>
              </a:ext>
            </a:extLst>
          </p:cNvPr>
          <p:cNvSpPr txBox="1">
            <a:spLocks/>
          </p:cNvSpPr>
          <p:nvPr/>
        </p:nvSpPr>
        <p:spPr>
          <a:xfrm>
            <a:off x="1009677" y="4502034"/>
            <a:ext cx="4926303" cy="326642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문제 </a:t>
            </a:r>
            <a:r>
              <a:rPr lang="en-US" altLang="ko-KR" dirty="0"/>
              <a:t>1. </a:t>
            </a:r>
            <a:r>
              <a:rPr lang="ko-KR" altLang="en-US" dirty="0"/>
              <a:t>두 개의 정수를 </a:t>
            </a:r>
            <a:r>
              <a:rPr lang="ko-KR" altLang="en-US" dirty="0" err="1"/>
              <a:t>입력받아</a:t>
            </a:r>
            <a:r>
              <a:rPr lang="ko-KR" altLang="en-US" dirty="0"/>
              <a:t> 저장하고</a:t>
            </a:r>
            <a:r>
              <a:rPr lang="en-US" altLang="ko-KR" dirty="0"/>
              <a:t>, </a:t>
            </a:r>
            <a:r>
              <a:rPr lang="ko-KR" altLang="en-US" dirty="0"/>
              <a:t>두 변수의 값을 서로 바꾸어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[</a:t>
            </a:r>
            <a:r>
              <a:rPr lang="ko-KR" altLang="en-US" dirty="0"/>
              <a:t>실습</a:t>
            </a:r>
            <a:r>
              <a:rPr lang="en-US" altLang="ko-KR" dirty="0"/>
              <a:t>]</a:t>
            </a:r>
            <a:r>
              <a:rPr lang="ko-KR" altLang="en-US" dirty="0"/>
              <a:t>                                               </a:t>
            </a:r>
            <a:r>
              <a:rPr lang="en-US" altLang="ko-KR" dirty="0"/>
              <a:t>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[</a:t>
            </a:r>
            <a:r>
              <a:rPr lang="ko-KR" altLang="en-US" dirty="0"/>
              <a:t>실습 결과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80F200D-FA21-9D61-6EA2-EAF9C2C46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796" y="1425577"/>
            <a:ext cx="3135438" cy="2817239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0DB44D0F-C090-DC19-3C99-A57C0F417DAB}"/>
              </a:ext>
            </a:extLst>
          </p:cNvPr>
          <p:cNvGrpSpPr/>
          <p:nvPr/>
        </p:nvGrpSpPr>
        <p:grpSpPr>
          <a:xfrm>
            <a:off x="1959339" y="7174692"/>
            <a:ext cx="2237757" cy="732638"/>
            <a:chOff x="1913619" y="7496962"/>
            <a:chExt cx="2619741" cy="790686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F79712FB-4D54-4725-3700-AD4814584F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13619" y="7496962"/>
              <a:ext cx="2619741" cy="543001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0FF040BA-7CEC-BEF5-DBAC-47E71B0EA7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23671" y="8039963"/>
              <a:ext cx="1390844" cy="247685"/>
            </a:xfrm>
            <a:prstGeom prst="rect">
              <a:avLst/>
            </a:prstGeom>
          </p:spPr>
        </p:pic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DD64366C-8433-23CD-B055-89E872D86F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6795" y="5147327"/>
            <a:ext cx="3063719" cy="175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424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9CE86-9D0F-A3FA-28D5-460713FB2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6ACE8B29-850E-6CCD-340C-E4A37678C680}"/>
              </a:ext>
            </a:extLst>
          </p:cNvPr>
          <p:cNvSpPr txBox="1">
            <a:spLocks/>
          </p:cNvSpPr>
          <p:nvPr/>
        </p:nvSpPr>
        <p:spPr>
          <a:xfrm>
            <a:off x="1009677" y="1359546"/>
            <a:ext cx="5071083" cy="7464413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1. </a:t>
            </a:r>
            <a:r>
              <a:rPr lang="ko-KR" altLang="en-US" dirty="0"/>
              <a:t>두 개의 문자열을 입력 받아 저장하고</a:t>
            </a:r>
            <a:r>
              <a:rPr lang="en-US" altLang="ko-KR" dirty="0"/>
              <a:t>, </a:t>
            </a:r>
            <a:r>
              <a:rPr lang="ko-KR" altLang="en-US" dirty="0"/>
              <a:t>두 변수의 값을 서로 바꾸어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]      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2. </a:t>
            </a:r>
            <a:r>
              <a:rPr lang="ko-KR" altLang="en-US" dirty="0"/>
              <a:t>변수 </a:t>
            </a:r>
            <a:r>
              <a:rPr lang="en-US" altLang="ko-KR" dirty="0"/>
              <a:t>x, y</a:t>
            </a:r>
            <a:r>
              <a:rPr lang="ko-KR" altLang="en-US" dirty="0"/>
              <a:t>에 정수를 </a:t>
            </a:r>
            <a:r>
              <a:rPr lang="ko-KR" altLang="en-US" dirty="0" err="1"/>
              <a:t>입력받아</a:t>
            </a:r>
            <a:r>
              <a:rPr lang="ko-KR" altLang="en-US" dirty="0"/>
              <a:t> 저장하고</a:t>
            </a:r>
            <a:r>
              <a:rPr lang="en-US" altLang="ko-KR" dirty="0"/>
              <a:t>,x</a:t>
            </a:r>
            <a:r>
              <a:rPr lang="ko-KR" altLang="en-US" dirty="0"/>
              <a:t>에는 큰 수</a:t>
            </a:r>
            <a:r>
              <a:rPr lang="en-US" altLang="ko-KR" dirty="0"/>
              <a:t>, y</a:t>
            </a:r>
            <a:r>
              <a:rPr lang="ko-KR" altLang="en-US" dirty="0"/>
              <a:t>에는 작은 수가 저장되도록 자리 바꾼 뒤 출력하세요</a:t>
            </a:r>
            <a:r>
              <a:rPr lang="en-US" altLang="ko-KR" dirty="0"/>
              <a:t>( if</a:t>
            </a:r>
            <a:r>
              <a:rPr lang="ko-KR" altLang="en-US" dirty="0"/>
              <a:t> 만 사용 </a:t>
            </a:r>
            <a:r>
              <a:rPr lang="en-US" altLang="ko-KR" dirty="0"/>
              <a:t>).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1]                               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2]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3. </a:t>
            </a:r>
            <a:r>
              <a:rPr lang="ko-KR" altLang="en-US" dirty="0"/>
              <a:t>두 개의 정수를 </a:t>
            </a:r>
            <a:r>
              <a:rPr lang="ko-KR" altLang="en-US" dirty="0" err="1"/>
              <a:t>입력받아</a:t>
            </a:r>
            <a:r>
              <a:rPr lang="en-US" altLang="ko-KR" dirty="0"/>
              <a:t>, </a:t>
            </a:r>
            <a:r>
              <a:rPr lang="ko-KR" altLang="en-US" dirty="0"/>
              <a:t>큰 수에서 작은 수를 뺀 차를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1]                              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2]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FDB126C-F661-F3F8-2378-CEE37653BC60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자리 바꾸기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D6AE345-506E-9EE3-46B1-AE68CFFCD310}"/>
              </a:ext>
            </a:extLst>
          </p:cNvPr>
          <p:cNvGrpSpPr/>
          <p:nvPr/>
        </p:nvGrpSpPr>
        <p:grpSpPr>
          <a:xfrm>
            <a:off x="2411413" y="2012226"/>
            <a:ext cx="2316035" cy="670357"/>
            <a:chOff x="2529829" y="1967117"/>
            <a:chExt cx="2924583" cy="809372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02BBAB4-5047-9129-3D26-BFC0C98961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29829" y="1967117"/>
              <a:ext cx="2924583" cy="55252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458BB44-EEB6-37E3-D8AA-CCA611409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80607" y="2566910"/>
              <a:ext cx="1962424" cy="209579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C3C267CD-5116-150F-1EC6-55CF3389F32F}"/>
              </a:ext>
            </a:extLst>
          </p:cNvPr>
          <p:cNvGrpSpPr/>
          <p:nvPr/>
        </p:nvGrpSpPr>
        <p:grpSpPr>
          <a:xfrm>
            <a:off x="1294561" y="4132222"/>
            <a:ext cx="1995282" cy="687710"/>
            <a:chOff x="1256070" y="4123078"/>
            <a:chExt cx="2391109" cy="743054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9D1C98B-3C21-C1ED-75E2-636CDDC65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56070" y="4123078"/>
              <a:ext cx="2391109" cy="523948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5E672346-1A73-8D12-051A-63A63D603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80516" y="4647026"/>
              <a:ext cx="1667108" cy="219106"/>
            </a:xfrm>
            <a:prstGeom prst="rect">
              <a:avLst/>
            </a:prstGeom>
          </p:spPr>
        </p:pic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9CEC1F6-F596-F75F-F74E-CA7987EBE915}"/>
              </a:ext>
            </a:extLst>
          </p:cNvPr>
          <p:cNvGrpSpPr/>
          <p:nvPr/>
        </p:nvGrpSpPr>
        <p:grpSpPr>
          <a:xfrm>
            <a:off x="3957579" y="4132222"/>
            <a:ext cx="2002225" cy="740641"/>
            <a:chOff x="3913943" y="4087391"/>
            <a:chExt cx="2447226" cy="810878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CAC75734-AFF4-3FF4-9510-3B7A65C23C9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22429" y="4087391"/>
              <a:ext cx="2438740" cy="523948"/>
            </a:xfrm>
            <a:prstGeom prst="rect">
              <a:avLst/>
            </a:prstGeom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3315B783-43A5-9B7E-A200-41256CF35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913943" y="4631532"/>
              <a:ext cx="1800476" cy="266737"/>
            </a:xfrm>
            <a:prstGeom prst="rect">
              <a:avLst/>
            </a:prstGeom>
          </p:spPr>
        </p:pic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F8FFE798-5F45-2491-767A-135CCD1DE79C}"/>
              </a:ext>
            </a:extLst>
          </p:cNvPr>
          <p:cNvGrpSpPr/>
          <p:nvPr/>
        </p:nvGrpSpPr>
        <p:grpSpPr>
          <a:xfrm>
            <a:off x="1294561" y="6385376"/>
            <a:ext cx="2056528" cy="700099"/>
            <a:chOff x="1222728" y="6340781"/>
            <a:chExt cx="2562583" cy="808273"/>
          </a:xfrm>
        </p:grpSpPr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86CD441A-AAC1-4E88-8FAC-D4BC1CE07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22728" y="6340781"/>
              <a:ext cx="2457793" cy="609685"/>
            </a:xfrm>
            <a:prstGeom prst="rect">
              <a:avLst/>
            </a:prstGeom>
          </p:spPr>
        </p:pic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87933384-29F6-AFBC-A8FA-40730C16471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22728" y="6882317"/>
              <a:ext cx="2562583" cy="266737"/>
            </a:xfrm>
            <a:prstGeom prst="rect">
              <a:avLst/>
            </a:prstGeom>
          </p:spPr>
        </p:pic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B8F7DC45-D3C2-6D77-596B-D503796E756C}"/>
              </a:ext>
            </a:extLst>
          </p:cNvPr>
          <p:cNvGrpSpPr/>
          <p:nvPr/>
        </p:nvGrpSpPr>
        <p:grpSpPr>
          <a:xfrm>
            <a:off x="3582659" y="6385376"/>
            <a:ext cx="2306077" cy="727892"/>
            <a:chOff x="3898325" y="6357583"/>
            <a:chExt cx="2711466" cy="832146"/>
          </a:xfrm>
        </p:grpSpPr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D06F6069-3915-9D5E-EF23-091784606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98325" y="6357583"/>
              <a:ext cx="2467319" cy="581106"/>
            </a:xfrm>
            <a:prstGeom prst="rect">
              <a:avLst/>
            </a:prstGeom>
          </p:spPr>
        </p:pic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D2377594-7F8D-3AFF-E9C6-81CD67F95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904313" y="6913465"/>
              <a:ext cx="2705478" cy="2762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99207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921A1-E828-9AEB-5B8B-65A31F726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2DA342-AE92-DA2B-2C52-2CAAF1AE631D}"/>
              </a:ext>
            </a:extLst>
          </p:cNvPr>
          <p:cNvSpPr txBox="1">
            <a:spLocks/>
          </p:cNvSpPr>
          <p:nvPr/>
        </p:nvSpPr>
        <p:spPr>
          <a:xfrm>
            <a:off x="864066" y="1268946"/>
            <a:ext cx="4984284" cy="7664742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1. </a:t>
            </a:r>
            <a:r>
              <a:rPr lang="ko-KR" altLang="en-US" dirty="0"/>
              <a:t>사용자로부터 월</a:t>
            </a:r>
            <a:r>
              <a:rPr lang="en-US" altLang="ko-KR" dirty="0"/>
              <a:t>(month)</a:t>
            </a:r>
            <a:r>
              <a:rPr lang="ko-KR" altLang="en-US" dirty="0"/>
              <a:t>을 입력 받아</a:t>
            </a:r>
            <a:r>
              <a:rPr lang="en-US" altLang="ko-KR" dirty="0"/>
              <a:t>, </a:t>
            </a:r>
            <a:r>
              <a:rPr lang="ko-KR" altLang="en-US" dirty="0"/>
              <a:t>그 달의 일 수를 출력하는 프로그램을 작성하세요</a:t>
            </a:r>
            <a:r>
              <a:rPr lang="en-US" altLang="ko-KR" dirty="0"/>
              <a:t>( </a:t>
            </a:r>
            <a:r>
              <a:rPr lang="ko-KR" altLang="en-US" dirty="0"/>
              <a:t>단 </a:t>
            </a:r>
            <a:r>
              <a:rPr lang="en-US" altLang="ko-KR" dirty="0"/>
              <a:t>if-</a:t>
            </a:r>
            <a:r>
              <a:rPr lang="en-US" altLang="ko-KR" dirty="0" err="1"/>
              <a:t>elif</a:t>
            </a:r>
            <a:r>
              <a:rPr lang="en-US" altLang="ko-KR" dirty="0"/>
              <a:t>-</a:t>
            </a:r>
            <a:r>
              <a:rPr lang="en-US" altLang="ko-KR" dirty="0" err="1"/>
              <a:t>elif</a:t>
            </a:r>
            <a:r>
              <a:rPr lang="en-US" altLang="ko-KR" dirty="0"/>
              <a:t>-else</a:t>
            </a:r>
            <a:r>
              <a:rPr lang="ko-KR" altLang="en-US" dirty="0"/>
              <a:t> 사용</a:t>
            </a:r>
            <a:r>
              <a:rPr lang="en-US" altLang="ko-KR" dirty="0"/>
              <a:t>).</a:t>
            </a:r>
          </a:p>
          <a:p>
            <a:pPr marL="0" indent="0">
              <a:buNone/>
            </a:pPr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31</a:t>
            </a:r>
            <a:r>
              <a:rPr lang="ko-KR" altLang="en-US" dirty="0"/>
              <a:t>일</a:t>
            </a:r>
            <a:r>
              <a:rPr lang="en-US" altLang="ko-KR" dirty="0"/>
              <a:t>, 2</a:t>
            </a:r>
            <a:r>
              <a:rPr lang="ko-KR" altLang="en-US" dirty="0"/>
              <a:t>월 </a:t>
            </a:r>
            <a:r>
              <a:rPr lang="en-US" altLang="ko-KR" dirty="0"/>
              <a:t>28</a:t>
            </a:r>
            <a:r>
              <a:rPr lang="ko-KR" altLang="en-US" dirty="0"/>
              <a:t>일</a:t>
            </a:r>
            <a:r>
              <a:rPr lang="en-US" altLang="ko-KR" dirty="0"/>
              <a:t>, 3</a:t>
            </a:r>
            <a:r>
              <a:rPr lang="ko-KR" altLang="en-US" dirty="0"/>
              <a:t>월 </a:t>
            </a:r>
            <a:r>
              <a:rPr lang="en-US" altLang="ko-KR" dirty="0"/>
              <a:t>31</a:t>
            </a:r>
            <a:r>
              <a:rPr lang="ko-KR" altLang="en-US" dirty="0"/>
              <a:t>일</a:t>
            </a:r>
            <a:r>
              <a:rPr lang="en-US" altLang="ko-KR" dirty="0"/>
              <a:t>, 4</a:t>
            </a:r>
            <a:r>
              <a:rPr lang="ko-KR" altLang="en-US" dirty="0"/>
              <a:t>월 </a:t>
            </a:r>
            <a:r>
              <a:rPr lang="en-US" altLang="ko-KR" dirty="0"/>
              <a:t>30</a:t>
            </a:r>
            <a:r>
              <a:rPr lang="ko-KR" altLang="en-US" dirty="0"/>
              <a:t>일</a:t>
            </a:r>
            <a:r>
              <a:rPr lang="en-US" altLang="ko-KR" dirty="0"/>
              <a:t>, 5</a:t>
            </a:r>
            <a:r>
              <a:rPr lang="ko-KR" altLang="en-US" dirty="0"/>
              <a:t>월 </a:t>
            </a:r>
            <a:r>
              <a:rPr lang="en-US" altLang="ko-KR" dirty="0"/>
              <a:t>31</a:t>
            </a:r>
            <a:r>
              <a:rPr lang="ko-KR" altLang="en-US" dirty="0"/>
              <a:t>일</a:t>
            </a:r>
            <a:r>
              <a:rPr lang="en-US" altLang="ko-KR" dirty="0"/>
              <a:t>, 6</a:t>
            </a:r>
            <a:r>
              <a:rPr lang="ko-KR" altLang="en-US" dirty="0"/>
              <a:t>월 </a:t>
            </a:r>
            <a:r>
              <a:rPr lang="en-US" altLang="ko-KR" dirty="0"/>
              <a:t>30</a:t>
            </a:r>
            <a:r>
              <a:rPr lang="ko-KR" altLang="en-US" dirty="0"/>
              <a:t>일</a:t>
            </a:r>
            <a:r>
              <a:rPr lang="en-US" altLang="ko-KR" dirty="0"/>
              <a:t>, 7</a:t>
            </a:r>
            <a:r>
              <a:rPr lang="ko-KR" altLang="en-US" dirty="0"/>
              <a:t>월 </a:t>
            </a:r>
            <a:r>
              <a:rPr lang="en-US" altLang="ko-KR" dirty="0"/>
              <a:t>31</a:t>
            </a:r>
            <a:r>
              <a:rPr lang="ko-KR" altLang="en-US" dirty="0"/>
              <a:t>일</a:t>
            </a:r>
            <a:r>
              <a:rPr lang="en-US" altLang="ko-KR" dirty="0"/>
              <a:t>, 8</a:t>
            </a:r>
            <a:r>
              <a:rPr lang="ko-KR" altLang="en-US" dirty="0"/>
              <a:t>월 </a:t>
            </a:r>
            <a:r>
              <a:rPr lang="en-US" altLang="ko-KR" dirty="0"/>
              <a:t>31</a:t>
            </a:r>
            <a:r>
              <a:rPr lang="ko-KR" altLang="en-US" dirty="0"/>
              <a:t>일</a:t>
            </a:r>
            <a:r>
              <a:rPr lang="en-US" altLang="ko-KR" dirty="0"/>
              <a:t>, 9</a:t>
            </a:r>
            <a:r>
              <a:rPr lang="ko-KR" altLang="en-US" dirty="0"/>
              <a:t>월 </a:t>
            </a:r>
            <a:r>
              <a:rPr lang="en-US" altLang="ko-KR" dirty="0"/>
              <a:t>30</a:t>
            </a:r>
            <a:r>
              <a:rPr lang="ko-KR" altLang="en-US" dirty="0"/>
              <a:t>일</a:t>
            </a:r>
            <a:r>
              <a:rPr lang="en-US" altLang="ko-KR" dirty="0"/>
              <a:t>, 10</a:t>
            </a:r>
            <a:r>
              <a:rPr lang="ko-KR" altLang="en-US" dirty="0"/>
              <a:t>월 </a:t>
            </a:r>
            <a:r>
              <a:rPr lang="en-US" altLang="ko-KR" dirty="0"/>
              <a:t>31</a:t>
            </a:r>
            <a:r>
              <a:rPr lang="ko-KR" altLang="en-US" dirty="0"/>
              <a:t>일</a:t>
            </a:r>
            <a:r>
              <a:rPr lang="en-US" altLang="ko-KR" dirty="0"/>
              <a:t>, 11</a:t>
            </a:r>
            <a:r>
              <a:rPr lang="ko-KR" altLang="en-US" dirty="0"/>
              <a:t>월 </a:t>
            </a:r>
            <a:r>
              <a:rPr lang="en-US" altLang="ko-KR" dirty="0"/>
              <a:t>30</a:t>
            </a:r>
            <a:r>
              <a:rPr lang="ko-KR" altLang="en-US" dirty="0"/>
              <a:t>일</a:t>
            </a:r>
            <a:r>
              <a:rPr lang="en-US" altLang="ko-KR" dirty="0"/>
              <a:t>, 12</a:t>
            </a:r>
            <a:r>
              <a:rPr lang="ko-KR" altLang="en-US" dirty="0"/>
              <a:t>월 </a:t>
            </a:r>
            <a:r>
              <a:rPr lang="en-US" altLang="ko-KR" dirty="0"/>
              <a:t>31</a:t>
            </a:r>
            <a:r>
              <a:rPr lang="ko-KR" altLang="en-US" dirty="0"/>
              <a:t>일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 </a:t>
            </a:r>
            <a:r>
              <a:rPr lang="en-US" altLang="ko-KR" dirty="0"/>
              <a:t>1]                               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 </a:t>
            </a:r>
            <a:r>
              <a:rPr lang="en-US" altLang="ko-KR" dirty="0"/>
              <a:t>2]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2. </a:t>
            </a:r>
            <a:r>
              <a:rPr lang="ko-KR" altLang="en-US" dirty="0"/>
              <a:t>주사위를 두 번 던져 나온 수를 입력 받아 두 수가 모두 </a:t>
            </a:r>
            <a:r>
              <a:rPr lang="en-US" altLang="ko-KR" dirty="0"/>
              <a:t>4 </a:t>
            </a:r>
            <a:r>
              <a:rPr lang="ko-KR" altLang="en-US" dirty="0"/>
              <a:t>이상이면 “이겼습니다</a:t>
            </a:r>
            <a:r>
              <a:rPr lang="en-US" altLang="ko-KR" dirty="0"/>
              <a:t>.”, </a:t>
            </a:r>
            <a:r>
              <a:rPr lang="ko-KR" altLang="en-US" dirty="0"/>
              <a:t>한 개만 </a:t>
            </a:r>
            <a:r>
              <a:rPr lang="en-US" altLang="ko-KR" dirty="0"/>
              <a:t>4 </a:t>
            </a:r>
            <a:r>
              <a:rPr lang="ko-KR" altLang="en-US" dirty="0"/>
              <a:t>이상이면 “비겼습니다</a:t>
            </a:r>
            <a:r>
              <a:rPr lang="en-US" altLang="ko-KR" dirty="0"/>
              <a:t>.”, </a:t>
            </a:r>
            <a:r>
              <a:rPr lang="ko-KR" altLang="en-US" dirty="0"/>
              <a:t>모두 </a:t>
            </a:r>
            <a:r>
              <a:rPr lang="en-US" altLang="ko-KR" dirty="0"/>
              <a:t>4 </a:t>
            </a:r>
            <a:r>
              <a:rPr lang="ko-KR" altLang="en-US" dirty="0"/>
              <a:t>미만이면 “졌습니다</a:t>
            </a:r>
            <a:r>
              <a:rPr lang="en-US" altLang="ko-KR" dirty="0"/>
              <a:t>.”</a:t>
            </a:r>
            <a:r>
              <a:rPr lang="ko-KR" altLang="en-US" dirty="0"/>
              <a:t>라고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 </a:t>
            </a:r>
            <a:r>
              <a:rPr lang="en-US" altLang="ko-KR" dirty="0"/>
              <a:t>1]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 </a:t>
            </a:r>
            <a:r>
              <a:rPr lang="en-US" altLang="ko-KR" dirty="0"/>
              <a:t>2]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정수 한 줄 입력 명령어 </a:t>
            </a:r>
            <a:r>
              <a:rPr lang="en-US" altLang="ko-KR" b="1" dirty="0">
                <a:solidFill>
                  <a:srgbClr val="FF0000"/>
                </a:solidFill>
              </a:rPr>
              <a:t>:  map( int , input( ) . split( ) 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68CD1EE-0767-F198-6959-7FB05D91664D}"/>
              </a:ext>
            </a:extLst>
          </p:cNvPr>
          <p:cNvSpPr txBox="1">
            <a:spLocks/>
          </p:cNvSpPr>
          <p:nvPr/>
        </p:nvSpPr>
        <p:spPr>
          <a:xfrm>
            <a:off x="91850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응용 문제</a:t>
            </a: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0D593FDD-705B-544C-6D7A-9FFE902B03D5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14</a:t>
            </a:fld>
            <a:endParaRPr lang="ko-KR" altLang="en-US" sz="1000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9ED470E-B48A-52F4-5BAF-D4A7C6CD56BF}"/>
              </a:ext>
            </a:extLst>
          </p:cNvPr>
          <p:cNvGrpSpPr/>
          <p:nvPr/>
        </p:nvGrpSpPr>
        <p:grpSpPr>
          <a:xfrm>
            <a:off x="1184685" y="2810862"/>
            <a:ext cx="1715264" cy="680262"/>
            <a:chOff x="1019864" y="2099420"/>
            <a:chExt cx="2226421" cy="804136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47746157-8FD4-10F0-AD3A-70D3D7B976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6650" y="2099420"/>
              <a:ext cx="2219635" cy="552527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E37234E-7C7A-98B3-FB3A-4FAE445801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9864" y="2636819"/>
              <a:ext cx="2162477" cy="266737"/>
            </a:xfrm>
            <a:prstGeom prst="rect">
              <a:avLst/>
            </a:prstGeom>
          </p:spPr>
        </p:pic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CD75F9B-A945-3919-BD14-DF8DAF2D1DDE}"/>
              </a:ext>
            </a:extLst>
          </p:cNvPr>
          <p:cNvGrpSpPr/>
          <p:nvPr/>
        </p:nvGrpSpPr>
        <p:grpSpPr>
          <a:xfrm>
            <a:off x="3602407" y="2765142"/>
            <a:ext cx="1666001" cy="671478"/>
            <a:chOff x="3638982" y="2121330"/>
            <a:chExt cx="2333951" cy="777766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570FD441-F095-0AED-961B-F08B1C801D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76347" y="2121330"/>
              <a:ext cx="2172003" cy="562053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CDF274C3-104C-3343-885F-4201006CD1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38982" y="2660938"/>
              <a:ext cx="2333951" cy="238158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49BBB24B-89EB-954A-81A1-849BC6B8811B}"/>
              </a:ext>
            </a:extLst>
          </p:cNvPr>
          <p:cNvGrpSpPr/>
          <p:nvPr/>
        </p:nvGrpSpPr>
        <p:grpSpPr>
          <a:xfrm>
            <a:off x="1479957" y="5162629"/>
            <a:ext cx="2307183" cy="720011"/>
            <a:chOff x="1479957" y="5138288"/>
            <a:chExt cx="2610214" cy="699851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F655E9B2-8F1B-66B4-BA62-75441F94A3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79957" y="5138288"/>
              <a:ext cx="2610214" cy="457264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AEAD7A82-FF7E-F4F0-564A-5EBFE938B52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29932" y="5628560"/>
              <a:ext cx="1505160" cy="209579"/>
            </a:xfrm>
            <a:prstGeom prst="rect">
              <a:avLst/>
            </a:prstGeom>
          </p:spPr>
        </p:pic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93D8DAF-6429-D6DE-7A2C-078CC42327E9}"/>
              </a:ext>
            </a:extLst>
          </p:cNvPr>
          <p:cNvGrpSpPr/>
          <p:nvPr/>
        </p:nvGrpSpPr>
        <p:grpSpPr>
          <a:xfrm>
            <a:off x="1473340" y="6484646"/>
            <a:ext cx="2385236" cy="554733"/>
            <a:chOff x="1473340" y="6484646"/>
            <a:chExt cx="2385236" cy="554733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4841B88D-5344-D9C9-05E0-3D9E924BEA1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75193" y="6484646"/>
              <a:ext cx="2383383" cy="407341"/>
            </a:xfrm>
            <a:prstGeom prst="rect">
              <a:avLst/>
            </a:prstGeom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EEC46BA8-07B1-1821-E8FF-122BC791C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473340" y="6877382"/>
              <a:ext cx="915279" cy="1619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61658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AF23A-70EE-E8B1-BE63-0436C3328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6D612C51-E55C-C1DE-4455-14B4954AB66A}"/>
              </a:ext>
            </a:extLst>
          </p:cNvPr>
          <p:cNvSpPr txBox="1">
            <a:spLocks/>
          </p:cNvSpPr>
          <p:nvPr/>
        </p:nvSpPr>
        <p:spPr>
          <a:xfrm>
            <a:off x="1009678" y="1359547"/>
            <a:ext cx="5057748" cy="7005634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3. </a:t>
            </a:r>
            <a:r>
              <a:rPr lang="ko-KR" altLang="en-US" dirty="0"/>
              <a:t>두 개의 실수를 입력 받아 모두 </a:t>
            </a:r>
            <a:r>
              <a:rPr lang="en-US" altLang="ko-KR" dirty="0"/>
              <a:t>4.0 </a:t>
            </a:r>
            <a:r>
              <a:rPr lang="ko-KR" altLang="en-US" dirty="0"/>
              <a:t>이상이면 “</a:t>
            </a:r>
            <a:r>
              <a:rPr lang="en-US" altLang="ko-KR" dirty="0"/>
              <a:t>A”,</a:t>
            </a:r>
            <a:r>
              <a:rPr lang="ko-KR" altLang="en-US" dirty="0"/>
              <a:t>모두 </a:t>
            </a:r>
            <a:r>
              <a:rPr lang="en-US" altLang="ko-KR" dirty="0"/>
              <a:t>3.0 </a:t>
            </a:r>
            <a:r>
              <a:rPr lang="ko-KR" altLang="en-US" dirty="0"/>
              <a:t>이상이면 “</a:t>
            </a:r>
            <a:r>
              <a:rPr lang="en-US" altLang="ko-KR" dirty="0"/>
              <a:t>B”,</a:t>
            </a:r>
            <a:r>
              <a:rPr lang="ko-KR" altLang="en-US" dirty="0"/>
              <a:t>아니면 “</a:t>
            </a:r>
            <a:r>
              <a:rPr lang="en-US" altLang="ko-KR" dirty="0"/>
              <a:t>C”</a:t>
            </a:r>
            <a:r>
              <a:rPr lang="ko-KR" altLang="en-US" dirty="0"/>
              <a:t>라고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4. </a:t>
            </a:r>
            <a:r>
              <a:rPr lang="ko-KR" altLang="en-US" dirty="0"/>
              <a:t>입력한 연도가 윤년인지 아닌지를 판단하여 윤년이면 “</a:t>
            </a:r>
            <a:r>
              <a:rPr lang="en-US" altLang="ko-KR" dirty="0"/>
              <a:t>XXXX</a:t>
            </a:r>
            <a:r>
              <a:rPr lang="ko-KR" altLang="en-US" dirty="0"/>
              <a:t>년은 윤년입니다</a:t>
            </a:r>
            <a:r>
              <a:rPr lang="en-US" altLang="ko-KR" dirty="0"/>
              <a:t>.”, </a:t>
            </a:r>
            <a:r>
              <a:rPr lang="ko-KR" altLang="en-US" dirty="0"/>
              <a:t>아니면 “</a:t>
            </a:r>
            <a:r>
              <a:rPr lang="en-US" altLang="ko-KR" dirty="0"/>
              <a:t>XXXX</a:t>
            </a:r>
            <a:r>
              <a:rPr lang="ko-KR" altLang="en-US" dirty="0"/>
              <a:t>년은 윤년이 아닙니다</a:t>
            </a:r>
            <a:r>
              <a:rPr lang="en-US" altLang="ko-KR" dirty="0"/>
              <a:t>.”</a:t>
            </a:r>
            <a:r>
              <a:rPr lang="ko-KR" altLang="en-US" dirty="0"/>
              <a:t>를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윤년 조건</a:t>
            </a:r>
            <a:r>
              <a:rPr lang="en-US" altLang="ko-KR" dirty="0"/>
              <a:t>]   1.  </a:t>
            </a:r>
            <a:r>
              <a:rPr lang="ko-KR" altLang="en-US" dirty="0"/>
              <a:t>입력한 연도를 </a:t>
            </a:r>
            <a:r>
              <a:rPr lang="en-US" altLang="ko-KR" dirty="0"/>
              <a:t>4</a:t>
            </a:r>
            <a:r>
              <a:rPr lang="ko-KR" altLang="en-US" dirty="0"/>
              <a:t>로 나누어 떨어지면 윤년입니다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                 </a:t>
            </a:r>
            <a:r>
              <a:rPr lang="en-US" altLang="ko-KR" dirty="0"/>
              <a:t>2.  </a:t>
            </a:r>
            <a:r>
              <a:rPr lang="ko-KR" altLang="en-US" dirty="0"/>
              <a:t>입력한 연도를 </a:t>
            </a:r>
            <a:r>
              <a:rPr lang="en-US" altLang="ko-KR" dirty="0"/>
              <a:t>100</a:t>
            </a:r>
            <a:r>
              <a:rPr lang="ko-KR" altLang="en-US" dirty="0"/>
              <a:t>으로 나누어 떨어지면 평년입니다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                 </a:t>
            </a:r>
            <a:r>
              <a:rPr lang="en-US" altLang="ko-KR" dirty="0"/>
              <a:t>3.  </a:t>
            </a:r>
            <a:r>
              <a:rPr lang="ko-KR" altLang="en-US" dirty="0"/>
              <a:t>입력한 연도를 </a:t>
            </a:r>
            <a:r>
              <a:rPr lang="en-US" altLang="ko-KR" dirty="0"/>
              <a:t>400</a:t>
            </a:r>
            <a:r>
              <a:rPr lang="ko-KR" altLang="en-US" dirty="0"/>
              <a:t>으로 나누어 떨어지면 윤년입니다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                 </a:t>
            </a:r>
            <a:r>
              <a:rPr lang="en-US" altLang="ko-KR" dirty="0"/>
              <a:t>4.  </a:t>
            </a:r>
            <a:r>
              <a:rPr lang="ko-KR" altLang="en-US" dirty="0" err="1"/>
              <a:t>나마지</a:t>
            </a:r>
            <a:r>
              <a:rPr lang="ko-KR" altLang="en-US" dirty="0"/>
              <a:t> 모든 경우는 평년입니다</a:t>
            </a:r>
            <a:r>
              <a:rPr lang="en-US" altLang="ko-KR" dirty="0"/>
              <a:t>.                                        </a:t>
            </a:r>
          </a:p>
          <a:p>
            <a:pPr marL="0" indent="0">
              <a:buNone/>
            </a:pPr>
            <a:r>
              <a:rPr lang="en-US" altLang="ko-KR" dirty="0"/>
              <a:t> [</a:t>
            </a:r>
            <a:r>
              <a:rPr lang="ko-KR" altLang="en-US" dirty="0"/>
              <a:t>입〮 출력 결과 예시 </a:t>
            </a:r>
            <a:r>
              <a:rPr lang="en-US" altLang="ko-KR" dirty="0"/>
              <a:t>1]                       [</a:t>
            </a:r>
            <a:r>
              <a:rPr lang="ko-KR" altLang="en-US" dirty="0"/>
              <a:t>입〮 출력 결과 예시 </a:t>
            </a:r>
            <a:r>
              <a:rPr lang="en-US" altLang="ko-KR" dirty="0"/>
              <a:t>2]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[</a:t>
            </a:r>
            <a:r>
              <a:rPr lang="ko-KR" altLang="en-US" dirty="0"/>
              <a:t>입〮 출력 결과 예시 </a:t>
            </a:r>
            <a:r>
              <a:rPr lang="en-US" altLang="ko-KR" dirty="0"/>
              <a:t>3]                       [</a:t>
            </a:r>
            <a:r>
              <a:rPr lang="ko-KR" altLang="en-US" dirty="0"/>
              <a:t>입〮 출력 결과 예시 </a:t>
            </a:r>
            <a:r>
              <a:rPr lang="en-US" altLang="ko-KR" dirty="0"/>
              <a:t>4]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FFD20DE-0C0E-F19D-B8A2-60616F14F513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응용 문제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CD28010-65CF-86FB-1631-CADE7CEB5DA8}"/>
              </a:ext>
            </a:extLst>
          </p:cNvPr>
          <p:cNvGrpSpPr/>
          <p:nvPr/>
        </p:nvGrpSpPr>
        <p:grpSpPr>
          <a:xfrm>
            <a:off x="1393277" y="2320962"/>
            <a:ext cx="1721398" cy="612738"/>
            <a:chOff x="1412327" y="2270162"/>
            <a:chExt cx="1951446" cy="644617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EB1C6140-3A8C-2A49-53D3-C5608EB29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39454" y="2270162"/>
              <a:ext cx="1924319" cy="438211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3B63041-C0B2-9AE7-5326-B7AF907B8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2327" y="2695673"/>
              <a:ext cx="990738" cy="219106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B34BF1B-A3F1-47AE-61F2-BB8A3CB152AD}"/>
              </a:ext>
            </a:extLst>
          </p:cNvPr>
          <p:cNvGrpSpPr/>
          <p:nvPr/>
        </p:nvGrpSpPr>
        <p:grpSpPr>
          <a:xfrm>
            <a:off x="1252841" y="6638274"/>
            <a:ext cx="2026198" cy="563754"/>
            <a:chOff x="1393277" y="5159521"/>
            <a:chExt cx="2295845" cy="647791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A8BF0EBB-D25E-2616-1668-250778793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93277" y="5159521"/>
              <a:ext cx="2295845" cy="485843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97FE0AC-79A4-59CC-6FBB-0592F3475B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57094" y="5645364"/>
              <a:ext cx="1657581" cy="161948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D3676D3-1DCF-2275-E457-1F5A0765E698}"/>
              </a:ext>
            </a:extLst>
          </p:cNvPr>
          <p:cNvGrpSpPr/>
          <p:nvPr/>
        </p:nvGrpSpPr>
        <p:grpSpPr>
          <a:xfrm>
            <a:off x="3538552" y="5227447"/>
            <a:ext cx="1881173" cy="606578"/>
            <a:chOff x="3538552" y="5227447"/>
            <a:chExt cx="1843073" cy="548489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4C193F84-215D-505C-1284-191B4DF06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38552" y="5227447"/>
              <a:ext cx="1619249" cy="362519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5D45A267-464E-5457-B55B-68C06E5CC01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538552" y="5589938"/>
              <a:ext cx="1843073" cy="185998"/>
            </a:xfrm>
            <a:prstGeom prst="rect">
              <a:avLst/>
            </a:prstGeom>
          </p:spPr>
        </p:pic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4DF75-A579-9C43-4AC4-9C4E5950A52B}"/>
              </a:ext>
            </a:extLst>
          </p:cNvPr>
          <p:cNvGrpSpPr/>
          <p:nvPr/>
        </p:nvGrpSpPr>
        <p:grpSpPr>
          <a:xfrm>
            <a:off x="1309163" y="5286925"/>
            <a:ext cx="1619249" cy="547100"/>
            <a:chOff x="1309163" y="5286925"/>
            <a:chExt cx="1619249" cy="547100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E7C6922C-EA42-4B6E-3671-3222B847826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09163" y="5286925"/>
              <a:ext cx="1619249" cy="390280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A1E628BB-06BD-B57D-ED56-CE809FE95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309163" y="5683555"/>
              <a:ext cx="1462898" cy="150470"/>
            </a:xfrm>
            <a:prstGeom prst="rect">
              <a:avLst/>
            </a:prstGeom>
          </p:spPr>
        </p:pic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9CB12E53-8E35-A796-90E4-6C86780E65F0}"/>
              </a:ext>
            </a:extLst>
          </p:cNvPr>
          <p:cNvGrpSpPr/>
          <p:nvPr/>
        </p:nvGrpSpPr>
        <p:grpSpPr>
          <a:xfrm>
            <a:off x="3578524" y="6638274"/>
            <a:ext cx="1720248" cy="563754"/>
            <a:chOff x="3578524" y="6638274"/>
            <a:chExt cx="1895740" cy="638264"/>
          </a:xfrm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82EEC663-B0DE-2F58-424A-68C065997B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578524" y="6638274"/>
              <a:ext cx="1867161" cy="438211"/>
            </a:xfrm>
            <a:prstGeom prst="rect">
              <a:avLst/>
            </a:prstGeom>
          </p:spPr>
        </p:pic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654300D3-C72E-B0E6-6EEB-FAE62C15E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578524" y="7076485"/>
              <a:ext cx="1895740" cy="2000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8743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38DCF-8468-13B9-5D59-C129E469A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8FDF53-B36B-7CE5-498D-69317E4A13D6}"/>
              </a:ext>
            </a:extLst>
          </p:cNvPr>
          <p:cNvSpPr txBox="1">
            <a:spLocks/>
          </p:cNvSpPr>
          <p:nvPr/>
        </p:nvSpPr>
        <p:spPr>
          <a:xfrm>
            <a:off x="864066" y="1268945"/>
            <a:ext cx="4984284" cy="777027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US" altLang="ko-KR" dirty="0"/>
              <a:t>※ if </a:t>
            </a:r>
            <a:r>
              <a:rPr lang="ko-KR" altLang="en-US" dirty="0"/>
              <a:t>문 실행 우선순위 </a:t>
            </a:r>
            <a:r>
              <a:rPr lang="en-US" altLang="ko-KR" dirty="0"/>
              <a:t>(</a:t>
            </a:r>
            <a:r>
              <a:rPr lang="ko-KR" altLang="en-US" dirty="0"/>
              <a:t>조건 판단 순서</a:t>
            </a:r>
            <a:r>
              <a:rPr lang="en-US" altLang="ko-KR" dirty="0"/>
              <a:t>)</a:t>
            </a:r>
          </a:p>
          <a:p>
            <a:pPr marL="0" lvl="0" indent="0">
              <a:buNone/>
            </a:pPr>
            <a:r>
              <a:rPr lang="ko-KR" altLang="en-US" dirty="0"/>
              <a:t>① 프로그램은 맨 위의 </a:t>
            </a:r>
            <a:r>
              <a:rPr lang="en-US" altLang="ko-KR" dirty="0"/>
              <a:t>if </a:t>
            </a:r>
            <a:r>
              <a:rPr lang="ko-KR" altLang="en-US" dirty="0"/>
              <a:t>조건부터 차례대로 검사한다</a:t>
            </a:r>
            <a:r>
              <a:rPr lang="en-US" altLang="ko-KR" dirty="0"/>
              <a:t>.</a:t>
            </a:r>
          </a:p>
          <a:p>
            <a:pPr marL="0" lvl="0" indent="0">
              <a:buNone/>
            </a:pPr>
            <a:r>
              <a:rPr lang="en-US" altLang="ko-KR" dirty="0"/>
              <a:t>② </a:t>
            </a:r>
            <a:r>
              <a:rPr lang="ko-KR" altLang="en-US" dirty="0"/>
              <a:t>첫 번째로 참</a:t>
            </a:r>
            <a:r>
              <a:rPr lang="en-US" altLang="ko-KR" dirty="0"/>
              <a:t>(True) </a:t>
            </a:r>
            <a:r>
              <a:rPr lang="ko-KR" altLang="en-US" dirty="0"/>
              <a:t>인 조건을 만나면 해당 블록의 문장을 실행한다</a:t>
            </a:r>
            <a:r>
              <a:rPr lang="en-US" altLang="ko-KR" dirty="0"/>
              <a:t>.</a:t>
            </a:r>
          </a:p>
          <a:p>
            <a:pPr marL="0" lvl="0" indent="0">
              <a:buNone/>
            </a:pPr>
            <a:r>
              <a:rPr lang="en-US" altLang="ko-KR" dirty="0"/>
              <a:t>③ </a:t>
            </a:r>
            <a:r>
              <a:rPr lang="ko-KR" altLang="en-US" dirty="0"/>
              <a:t>조건이 참이면 나머지 </a:t>
            </a:r>
            <a:r>
              <a:rPr lang="en-US" altLang="ko-KR" dirty="0" err="1"/>
              <a:t>elif</a:t>
            </a:r>
            <a:r>
              <a:rPr lang="ko-KR" altLang="en-US" dirty="0"/>
              <a:t>와 </a:t>
            </a:r>
            <a:r>
              <a:rPr lang="en-US" altLang="ko-KR" dirty="0"/>
              <a:t>else</a:t>
            </a:r>
            <a:r>
              <a:rPr lang="ko-KR" altLang="en-US" dirty="0"/>
              <a:t>는 모두 건너뛴다</a:t>
            </a:r>
            <a:r>
              <a:rPr lang="en-US" altLang="ko-KR" dirty="0"/>
              <a:t>.</a:t>
            </a:r>
          </a:p>
          <a:p>
            <a:pPr marL="0" lvl="0" indent="0">
              <a:buNone/>
            </a:pPr>
            <a:r>
              <a:rPr lang="en-US" altLang="ko-KR" dirty="0"/>
              <a:t>④ </a:t>
            </a:r>
            <a:r>
              <a:rPr lang="ko-KR" altLang="en-US" dirty="0"/>
              <a:t>모든 조건이 거짓</a:t>
            </a:r>
            <a:r>
              <a:rPr lang="en-US" altLang="ko-KR" dirty="0"/>
              <a:t>(False)</a:t>
            </a:r>
            <a:r>
              <a:rPr lang="ko-KR" altLang="en-US" dirty="0"/>
              <a:t>일 경우 마지막 </a:t>
            </a:r>
            <a:r>
              <a:rPr lang="en-US" altLang="ko-KR" dirty="0"/>
              <a:t>else </a:t>
            </a:r>
            <a:r>
              <a:rPr lang="ko-KR" altLang="en-US" dirty="0"/>
              <a:t>문이 실행된다</a:t>
            </a:r>
            <a:r>
              <a:rPr lang="en-US" altLang="ko-KR" dirty="0"/>
              <a:t>.</a:t>
            </a:r>
          </a:p>
          <a:p>
            <a:pPr marL="0" lv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 </a:t>
            </a:r>
          </a:p>
          <a:p>
            <a:pPr marL="0" lvl="0" indent="0">
              <a:buNone/>
            </a:pPr>
            <a:endParaRPr lang="en-US" altLang="ko-KR" dirty="0"/>
          </a:p>
          <a:p>
            <a:pPr marL="0" lvl="0" indent="0">
              <a:buNone/>
            </a:pPr>
            <a:endParaRPr lang="en-US" altLang="ko-KR" dirty="0"/>
          </a:p>
          <a:p>
            <a:pPr marL="0" lvl="0" indent="0">
              <a:buNone/>
            </a:pPr>
            <a:endParaRPr lang="en-US" altLang="ko-KR" dirty="0"/>
          </a:p>
          <a:p>
            <a:pPr marL="0" lvl="0" indent="0">
              <a:buNone/>
            </a:pPr>
            <a:endParaRPr lang="en-US" altLang="ko-KR" dirty="0"/>
          </a:p>
          <a:p>
            <a:pPr marL="0" lvl="0" indent="0">
              <a:buNone/>
            </a:pPr>
            <a:endParaRPr lang="en-US" altLang="ko-KR" dirty="0"/>
          </a:p>
          <a:p>
            <a:pPr marL="0" lv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5. </a:t>
            </a:r>
            <a:r>
              <a:rPr lang="ko-KR" altLang="en-US" dirty="0"/>
              <a:t>홍길동의 </a:t>
            </a:r>
            <a:r>
              <a:rPr lang="en-US" altLang="ko-KR" dirty="0"/>
              <a:t>ID</a:t>
            </a:r>
            <a:r>
              <a:rPr lang="ko-KR" altLang="en-US" dirty="0"/>
              <a:t>는 </a:t>
            </a:r>
            <a:r>
              <a:rPr lang="en-US" altLang="ko-KR" dirty="0"/>
              <a:t>1234, </a:t>
            </a:r>
            <a:r>
              <a:rPr lang="ko-KR" altLang="en-US" dirty="0"/>
              <a:t>비밀번호는 </a:t>
            </a:r>
            <a:r>
              <a:rPr lang="en-US" altLang="ko-KR" dirty="0"/>
              <a:t>5678</a:t>
            </a:r>
            <a:r>
              <a:rPr lang="ko-KR" altLang="en-US" dirty="0"/>
              <a:t>이다</a:t>
            </a:r>
            <a:r>
              <a:rPr lang="en-US" altLang="ko-KR" dirty="0"/>
              <a:t>. ID</a:t>
            </a:r>
            <a:r>
              <a:rPr lang="ko-KR" altLang="en-US" dirty="0"/>
              <a:t>를 입력 받아 맞으면 비밀번호를 입력 받고</a:t>
            </a:r>
            <a:r>
              <a:rPr lang="en-US" altLang="ko-KR" dirty="0"/>
              <a:t>, </a:t>
            </a:r>
            <a:r>
              <a:rPr lang="ko-KR" altLang="en-US" dirty="0"/>
              <a:t>모두 맞으면 “로그인 되었습니다</a:t>
            </a:r>
            <a:r>
              <a:rPr lang="en-US" altLang="ko-KR" dirty="0"/>
              <a:t>.”, ID </a:t>
            </a:r>
            <a:r>
              <a:rPr lang="ko-KR" altLang="en-US" dirty="0"/>
              <a:t>또는 비밀번호가 틀리면 각각 알맞은 문장을 출력하는 프로그램을 작성하세요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 </a:t>
            </a:r>
            <a:r>
              <a:rPr lang="en-US" altLang="ko-KR" dirty="0"/>
              <a:t>1]                             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 </a:t>
            </a:r>
            <a:r>
              <a:rPr lang="en-US" altLang="ko-KR" dirty="0"/>
              <a:t>2]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 </a:t>
            </a:r>
            <a:r>
              <a:rPr lang="en-US" altLang="ko-KR" dirty="0"/>
              <a:t>3]</a:t>
            </a:r>
          </a:p>
          <a:p>
            <a:pPr marL="0" indent="0">
              <a:buNone/>
            </a:pPr>
            <a:endParaRPr lang="en-US" altLang="ko-KR" dirty="0"/>
          </a:p>
          <a:p>
            <a:pPr marL="0" lvl="0" indent="0">
              <a:buNone/>
            </a:pPr>
            <a:r>
              <a:rPr lang="en-US" altLang="ko-KR" dirty="0"/>
              <a:t>                                                     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685800" rtl="0" eaLnBrk="1" fontAlgn="auto" latinLnBrk="1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685800" rtl="0" eaLnBrk="1" fontAlgn="auto" latinLnBrk="1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685800" rtl="0" eaLnBrk="1" fontAlgn="auto" latinLnBrk="1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685800" rtl="0" eaLnBrk="1" fontAlgn="auto" latinLnBrk="1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685800" rtl="0" eaLnBrk="1" fontAlgn="auto" latinLnBrk="1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685800" rtl="0" eaLnBrk="1" fontAlgn="auto" latinLnBrk="1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685800" rtl="0" eaLnBrk="1" fontAlgn="auto" latinLnBrk="1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685800" rtl="0" eaLnBrk="1" fontAlgn="auto" latinLnBrk="1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685800" rtl="0" eaLnBrk="1" fontAlgn="auto" latinLnBrk="1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5BB8FBD-C6DE-B98D-6C06-19E0498B0C20}"/>
              </a:ext>
            </a:extLst>
          </p:cNvPr>
          <p:cNvSpPr txBox="1">
            <a:spLocks/>
          </p:cNvSpPr>
          <p:nvPr/>
        </p:nvSpPr>
        <p:spPr>
          <a:xfrm>
            <a:off x="91850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응용 문제</a:t>
            </a: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8ADCDCCA-9172-C9F6-A0A0-6EC59A1CD66C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A52EAC-BE29-4AAD-B8A8-A623A2B85899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0AE4065-A2A4-BBC6-F229-356C46E4F5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18"/>
          <a:stretch>
            <a:fillRect/>
          </a:stretch>
        </p:blipFill>
        <p:spPr>
          <a:xfrm>
            <a:off x="1470613" y="2997036"/>
            <a:ext cx="2871164" cy="1860713"/>
          </a:xfrm>
          <a:prstGeom prst="rect">
            <a:avLst/>
          </a:prstGeom>
        </p:spPr>
      </p:pic>
      <p:grpSp>
        <p:nvGrpSpPr>
          <p:cNvPr id="36" name="그룹 35">
            <a:extLst>
              <a:ext uri="{FF2B5EF4-FFF2-40B4-BE49-F238E27FC236}">
                <a16:creationId xmlns:a16="http://schemas.microsoft.com/office/drawing/2014/main" id="{BFE14EE5-991C-A43D-3EA4-62C1E9BA3A45}"/>
              </a:ext>
            </a:extLst>
          </p:cNvPr>
          <p:cNvGrpSpPr/>
          <p:nvPr/>
        </p:nvGrpSpPr>
        <p:grpSpPr>
          <a:xfrm>
            <a:off x="1218277" y="6409598"/>
            <a:ext cx="1639223" cy="860539"/>
            <a:chOff x="1218277" y="6381023"/>
            <a:chExt cx="1848108" cy="1063770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08B6D9FA-13DE-C772-92E7-DD0D44C01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18277" y="6381023"/>
              <a:ext cx="1848108" cy="409632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63D215C4-9B26-3A19-E66A-6E0389361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7330" y="6790655"/>
              <a:ext cx="1829055" cy="409632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E8AA119B-52CE-D3F7-0DD0-0AF030FE1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37330" y="7225687"/>
              <a:ext cx="1609950" cy="219106"/>
            </a:xfrm>
            <a:prstGeom prst="rect">
              <a:avLst/>
            </a:prstGeom>
          </p:spPr>
        </p:pic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4E5B46A7-ECA3-23CC-68A7-181CAB8BB9EA}"/>
              </a:ext>
            </a:extLst>
          </p:cNvPr>
          <p:cNvGrpSpPr/>
          <p:nvPr/>
        </p:nvGrpSpPr>
        <p:grpSpPr>
          <a:xfrm>
            <a:off x="3630483" y="6409598"/>
            <a:ext cx="1639224" cy="860539"/>
            <a:chOff x="3533313" y="6381023"/>
            <a:chExt cx="1886213" cy="1073296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2FA51221-7040-B9B3-A954-A2E41043D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33313" y="6381023"/>
              <a:ext cx="1848108" cy="409632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7CDD7702-5215-2E79-3C96-45B91154A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33313" y="6793825"/>
              <a:ext cx="1886213" cy="447737"/>
            </a:xfrm>
            <a:prstGeom prst="rect">
              <a:avLst/>
            </a:prstGeom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400FCD7F-670E-7BB8-2AAD-6660A5554E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561892" y="7216161"/>
              <a:ext cx="1857634" cy="238158"/>
            </a:xfrm>
            <a:prstGeom prst="rect">
              <a:avLst/>
            </a:prstGeom>
          </p:spPr>
        </p:pic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5889F4D9-F7CC-20AE-52AC-0DCFCBFA8FB0}"/>
              </a:ext>
            </a:extLst>
          </p:cNvPr>
          <p:cNvGrpSpPr/>
          <p:nvPr/>
        </p:nvGrpSpPr>
        <p:grpSpPr>
          <a:xfrm>
            <a:off x="2368591" y="7773750"/>
            <a:ext cx="1749893" cy="597724"/>
            <a:chOff x="1199224" y="7843119"/>
            <a:chExt cx="1886213" cy="654138"/>
          </a:xfrm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5B736A75-A983-93B4-E197-973C19934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99224" y="7843119"/>
              <a:ext cx="1886213" cy="447737"/>
            </a:xfrm>
            <a:prstGeom prst="rect">
              <a:avLst/>
            </a:prstGeom>
          </p:spPr>
        </p:pic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FA58A98B-B145-5AED-5C45-78AE63FBA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99224" y="8278151"/>
              <a:ext cx="1743318" cy="2191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72676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C7BF5-1C31-2EBE-2FF0-27148D69C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2C3B7B37-0876-B763-86EC-EB97AC43ABA4}"/>
              </a:ext>
            </a:extLst>
          </p:cNvPr>
          <p:cNvSpPr txBox="1">
            <a:spLocks/>
          </p:cNvSpPr>
          <p:nvPr/>
        </p:nvSpPr>
        <p:spPr>
          <a:xfrm>
            <a:off x="1009677" y="1359547"/>
            <a:ext cx="5071083" cy="7005634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6. </a:t>
            </a:r>
            <a:r>
              <a:rPr lang="ko-KR" altLang="en-US" dirty="0"/>
              <a:t>두 수와 연산자를 입력 받아 사칙연산을 수행하는 프로그램을 작성하세요</a:t>
            </a:r>
            <a:r>
              <a:rPr lang="en-US" altLang="ko-KR" dirty="0"/>
              <a:t>. </a:t>
            </a:r>
            <a:r>
              <a:rPr lang="ko-KR" altLang="en-US" dirty="0"/>
              <a:t>연산자는 </a:t>
            </a:r>
            <a:r>
              <a:rPr lang="en-US" altLang="ko-KR" dirty="0"/>
              <a:t>+, -, *, /, % </a:t>
            </a:r>
            <a:r>
              <a:rPr lang="ko-KR" altLang="en-US" dirty="0"/>
              <a:t>중 하나를 입력한다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7. </a:t>
            </a:r>
            <a:r>
              <a:rPr lang="ko-KR" altLang="en-US" dirty="0"/>
              <a:t>직급을 입력 받아 직급별 연봉을 출력하세요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(</a:t>
            </a:r>
            <a:r>
              <a:rPr lang="ko-KR" altLang="en-US" dirty="0"/>
              <a:t>사원</a:t>
            </a:r>
            <a:r>
              <a:rPr lang="en-US" altLang="ko-KR" dirty="0"/>
              <a:t>: 40,000,000 / </a:t>
            </a:r>
            <a:r>
              <a:rPr lang="ko-KR" altLang="en-US" dirty="0"/>
              <a:t>대리</a:t>
            </a:r>
            <a:r>
              <a:rPr lang="en-US" altLang="ko-KR" dirty="0"/>
              <a:t>: 5,000,000 / </a:t>
            </a:r>
            <a:r>
              <a:rPr lang="ko-KR" altLang="en-US" dirty="0"/>
              <a:t>과장</a:t>
            </a:r>
            <a:r>
              <a:rPr lang="en-US" altLang="ko-KR" dirty="0"/>
              <a:t>: 80,000,000 / </a:t>
            </a:r>
            <a:r>
              <a:rPr lang="ko-KR" altLang="en-US" dirty="0"/>
              <a:t>부장</a:t>
            </a:r>
            <a:r>
              <a:rPr lang="en-US" altLang="ko-KR" dirty="0"/>
              <a:t>: 100,000,000)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8. </a:t>
            </a:r>
            <a:r>
              <a:rPr lang="ko-KR" altLang="en-US" dirty="0"/>
              <a:t>남자는 ‘</a:t>
            </a:r>
            <a:r>
              <a:rPr lang="en-US" altLang="ko-KR" dirty="0"/>
              <a:t>M’, </a:t>
            </a:r>
            <a:r>
              <a:rPr lang="ko-KR" altLang="en-US" dirty="0"/>
              <a:t>여자는 ‘</a:t>
            </a:r>
            <a:r>
              <a:rPr lang="en-US" altLang="ko-KR" dirty="0"/>
              <a:t>F’</a:t>
            </a:r>
            <a:r>
              <a:rPr lang="ko-KR" altLang="en-US" dirty="0"/>
              <a:t>로 입력 받고</a:t>
            </a:r>
            <a:r>
              <a:rPr lang="en-US" altLang="ko-KR" dirty="0"/>
              <a:t>,</a:t>
            </a:r>
            <a:r>
              <a:rPr lang="ko-KR" altLang="en-US" dirty="0"/>
              <a:t>나이와 함께 입력 받아 남자 </a:t>
            </a:r>
            <a:r>
              <a:rPr lang="en-US" altLang="ko-KR" dirty="0"/>
              <a:t>18</a:t>
            </a:r>
            <a:r>
              <a:rPr lang="ko-KR" altLang="en-US" dirty="0"/>
              <a:t>세 이상이면 </a:t>
            </a:r>
            <a:r>
              <a:rPr lang="en-US" altLang="ko-KR" dirty="0"/>
              <a:t>MAN, </a:t>
            </a:r>
            <a:r>
              <a:rPr lang="ko-KR" altLang="en-US" dirty="0"/>
              <a:t>여자 </a:t>
            </a:r>
            <a:r>
              <a:rPr lang="en-US" altLang="ko-KR" dirty="0"/>
              <a:t>18</a:t>
            </a:r>
            <a:r>
              <a:rPr lang="ko-KR" altLang="en-US" dirty="0"/>
              <a:t>세 이상이면 </a:t>
            </a:r>
            <a:r>
              <a:rPr lang="en-US" altLang="ko-KR" dirty="0"/>
              <a:t>WOMAN, </a:t>
            </a:r>
            <a:r>
              <a:rPr lang="ko-KR" altLang="en-US" dirty="0"/>
              <a:t>남자 </a:t>
            </a:r>
            <a:r>
              <a:rPr lang="en-US" altLang="ko-KR" dirty="0"/>
              <a:t>18</a:t>
            </a:r>
            <a:r>
              <a:rPr lang="ko-KR" altLang="en-US" dirty="0"/>
              <a:t>세 미만이면 </a:t>
            </a:r>
            <a:r>
              <a:rPr lang="en-US" altLang="ko-KR" dirty="0"/>
              <a:t>BOY, </a:t>
            </a:r>
            <a:r>
              <a:rPr lang="ko-KR" altLang="en-US" dirty="0"/>
              <a:t>여자 </a:t>
            </a:r>
            <a:r>
              <a:rPr lang="en-US" altLang="ko-KR" dirty="0"/>
              <a:t>18</a:t>
            </a:r>
            <a:r>
              <a:rPr lang="ko-KR" altLang="en-US" dirty="0"/>
              <a:t>세 미만이면 </a:t>
            </a:r>
            <a:r>
              <a:rPr lang="en-US" altLang="ko-KR" dirty="0"/>
              <a:t>GIRL</a:t>
            </a:r>
            <a:r>
              <a:rPr lang="ko-KR" altLang="en-US" dirty="0"/>
              <a:t>을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F12AA25-A0A2-9E40-B7CE-87893FC5C1E1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응용 문제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F673322-EBE2-20AA-2E79-BF0E3CB96BB8}"/>
              </a:ext>
            </a:extLst>
          </p:cNvPr>
          <p:cNvGrpSpPr/>
          <p:nvPr/>
        </p:nvGrpSpPr>
        <p:grpSpPr>
          <a:xfrm>
            <a:off x="1546444" y="2316135"/>
            <a:ext cx="2292131" cy="1284316"/>
            <a:chOff x="1408781" y="2230409"/>
            <a:chExt cx="2538711" cy="1448797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8886B8C9-E571-2B87-2AD4-4410E7C1F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08781" y="2230409"/>
              <a:ext cx="1790950" cy="409632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E815873D-8301-BA0B-6ED5-632A14DD4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1120" y="2640041"/>
              <a:ext cx="2486372" cy="409632"/>
            </a:xfrm>
            <a:prstGeom prst="rect">
              <a:avLst/>
            </a:prstGeom>
          </p:spPr>
        </p:pic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FEC55799-6205-F7DF-2FE7-762217403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51595" y="3027448"/>
              <a:ext cx="1943371" cy="390580"/>
            </a:xfrm>
            <a:prstGeom prst="rect">
              <a:avLst/>
            </a:prstGeom>
          </p:spPr>
        </p:pic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DDFFD8FA-3334-C3D6-64DE-32399CC3A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70647" y="3479153"/>
              <a:ext cx="1924319" cy="200053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035E3DFD-5995-ACF5-3250-009BA7F76B20}"/>
              </a:ext>
            </a:extLst>
          </p:cNvPr>
          <p:cNvGrpSpPr/>
          <p:nvPr/>
        </p:nvGrpSpPr>
        <p:grpSpPr>
          <a:xfrm>
            <a:off x="1548765" y="5258595"/>
            <a:ext cx="1790950" cy="617645"/>
            <a:chOff x="1546444" y="5221180"/>
            <a:chExt cx="1895740" cy="655736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0E0A6BE1-30C6-103A-231B-A459E879E8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46444" y="5221180"/>
              <a:ext cx="1895740" cy="428685"/>
            </a:xfrm>
            <a:prstGeom prst="rect">
              <a:avLst/>
            </a:pr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E7A986EE-ECAE-5E47-6C61-CB4D591B9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84549" y="5686389"/>
              <a:ext cx="1819529" cy="190527"/>
            </a:xfrm>
            <a:prstGeom prst="rect">
              <a:avLst/>
            </a:prstGeom>
          </p:spPr>
        </p:pic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E4E65533-B5D6-804C-F7D9-23C452C0E089}"/>
              </a:ext>
            </a:extLst>
          </p:cNvPr>
          <p:cNvGrpSpPr/>
          <p:nvPr/>
        </p:nvGrpSpPr>
        <p:grpSpPr>
          <a:xfrm>
            <a:off x="1583463" y="7718916"/>
            <a:ext cx="1692343" cy="942065"/>
            <a:chOff x="1611373" y="7678060"/>
            <a:chExt cx="1933845" cy="1025669"/>
          </a:xfrm>
        </p:grpSpPr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7BA4DA72-43CE-826D-1847-A0B16F4FB44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611373" y="7678060"/>
              <a:ext cx="1933845" cy="428685"/>
            </a:xfrm>
            <a:prstGeom prst="rect">
              <a:avLst/>
            </a:prstGeom>
          </p:spPr>
        </p:pic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75DB08CF-65E5-CA48-1BD7-1497B227E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611374" y="8103570"/>
              <a:ext cx="1924319" cy="400106"/>
            </a:xfrm>
            <a:prstGeom prst="rect">
              <a:avLst/>
            </a:prstGeom>
          </p:spPr>
        </p:pic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A6C7BB63-6481-F764-F0ED-5C1ED34ACD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620899" y="8503676"/>
              <a:ext cx="1352739" cy="2000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75766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움직이는 텍스트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17426</TotalTime>
  <Words>1865</Words>
  <Application>Microsoft Office PowerPoint</Application>
  <PresentationFormat>사용자 지정</PresentationFormat>
  <Paragraphs>371</Paragraphs>
  <Slides>17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7" baseType="lpstr">
      <vt:lpstr>12LotteMartDreamMedium</vt:lpstr>
      <vt:lpstr>210 옴니고딕 030</vt:lpstr>
      <vt:lpstr>맑은 고딕</vt:lpstr>
      <vt:lpstr>휴먼모음T</vt:lpstr>
      <vt:lpstr>휴먼편지체</vt:lpstr>
      <vt:lpstr>Arial</vt:lpstr>
      <vt:lpstr>Calibri</vt:lpstr>
      <vt:lpstr>Calibri Light</vt:lpstr>
      <vt:lpstr>Wingdings</vt:lpstr>
      <vt:lpstr>Office 2013 - 2022 테마</vt:lpstr>
      <vt:lpstr>4</vt:lpstr>
      <vt:lpstr>조건문 이해하기</vt:lpstr>
      <vt:lpstr>if 단일 선택 조건문</vt:lpstr>
      <vt:lpstr>PowerPoint 프레젠테이션</vt:lpstr>
      <vt:lpstr>if else 이중 선택 조건문</vt:lpstr>
      <vt:lpstr>PowerPoint 프레젠테이션</vt:lpstr>
      <vt:lpstr>다중 선택 조건문</vt:lpstr>
      <vt:lpstr>if ~ elif ~ else 다중 선택 조건문</vt:lpstr>
      <vt:lpstr>PowerPoint 프레젠테이션</vt:lpstr>
      <vt:lpstr>PowerPoint 프레젠테이션</vt:lpstr>
      <vt:lpstr>자리 바꾸기</vt:lpstr>
      <vt:lpstr>자리 바꾸기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김보미</dc:creator>
  <cp:lastModifiedBy>은진 이</cp:lastModifiedBy>
  <cp:revision>134</cp:revision>
  <cp:lastPrinted>2025-10-31T06:11:16Z</cp:lastPrinted>
  <dcterms:created xsi:type="dcterms:W3CDTF">2023-06-21T09:07:53Z</dcterms:created>
  <dcterms:modified xsi:type="dcterms:W3CDTF">2025-11-06T05:54:26Z</dcterms:modified>
</cp:coreProperties>
</file>
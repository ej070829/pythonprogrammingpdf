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3"/>
  </p:notesMasterIdLst>
  <p:sldIdLst>
    <p:sldId id="256" r:id="rId2"/>
    <p:sldId id="277" r:id="rId3"/>
    <p:sldId id="1434" r:id="rId4"/>
    <p:sldId id="1424" r:id="rId5"/>
    <p:sldId id="1435" r:id="rId6"/>
    <p:sldId id="281" r:id="rId7"/>
    <p:sldId id="1436" r:id="rId8"/>
    <p:sldId id="280" r:id="rId9"/>
    <p:sldId id="1437" r:id="rId10"/>
    <p:sldId id="279" r:id="rId11"/>
    <p:sldId id="1438" r:id="rId12"/>
    <p:sldId id="283" r:id="rId13"/>
    <p:sldId id="1439" r:id="rId14"/>
    <p:sldId id="1413" r:id="rId15"/>
    <p:sldId id="1417" r:id="rId16"/>
    <p:sldId id="1440" r:id="rId17"/>
    <p:sldId id="1418" r:id="rId18"/>
    <p:sldId id="1441" r:id="rId19"/>
    <p:sldId id="1442" r:id="rId20"/>
    <p:sldId id="1428" r:id="rId21"/>
    <p:sldId id="1443" r:id="rId22"/>
    <p:sldId id="1444" r:id="rId23"/>
    <p:sldId id="1430" r:id="rId24"/>
    <p:sldId id="1445" r:id="rId25"/>
    <p:sldId id="1427" r:id="rId26"/>
    <p:sldId id="1431" r:id="rId27"/>
    <p:sldId id="1446" r:id="rId28"/>
    <p:sldId id="1425" r:id="rId29"/>
    <p:sldId id="1426" r:id="rId30"/>
    <p:sldId id="1447" r:id="rId31"/>
    <p:sldId id="1421" r:id="rId32"/>
    <p:sldId id="1422" r:id="rId33"/>
    <p:sldId id="1448" r:id="rId34"/>
    <p:sldId id="1432" r:id="rId35"/>
    <p:sldId id="1405" r:id="rId36"/>
    <p:sldId id="348" r:id="rId37"/>
    <p:sldId id="1433" r:id="rId38"/>
    <p:sldId id="1412" r:id="rId39"/>
    <p:sldId id="328" r:id="rId40"/>
    <p:sldId id="1449" r:id="rId41"/>
    <p:sldId id="278" r:id="rId42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AEC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36"/>
  </p:normalViewPr>
  <p:slideViewPr>
    <p:cSldViewPr>
      <p:cViewPr varScale="1">
        <p:scale>
          <a:sx n="152" d="100"/>
          <a:sy n="152" d="100"/>
        </p:scale>
        <p:origin x="754" y="96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C32F9-E12A-6A4F-83E5-FAF181D67F5C}" type="datetimeFigureOut">
              <a:rPr kumimoji="1" lang="ko-Kore-KR" altLang="en-US" smtClean="0"/>
              <a:t>05/11/2026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2023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075" y="952023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6EF68-57A0-0D47-A2D2-7DBFD67428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41018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D6EF68-57A0-0D47-A2D2-7DBFD674283A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8580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D6EF68-57A0-0D47-A2D2-7DBFD674283A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60993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43E2-FF96-2656-E04F-04830352D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1048E9-A9D2-B333-418A-14777EB84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03D9EB-58F6-5D53-D755-08055BE2D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C93F05-B409-1FE7-CE7C-71A3FF8BE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D6EF68-57A0-0D47-A2D2-7DBFD674283A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3770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353812" y="1518044"/>
            <a:ext cx="6436378" cy="102823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반복문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문제로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07504" y="303498"/>
            <a:ext cx="2334422" cy="494494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[COS Pro 3</a:t>
            </a:r>
            <a:r>
              <a:rPr lang="ko-KR" altLang="en-US" sz="20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급</a:t>
            </a:r>
            <a:r>
              <a:rPr lang="en-US" altLang="ko-KR" sz="20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]</a:t>
            </a:r>
            <a:endParaRPr lang="ko-KR" altLang="en-US" sz="20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900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987574"/>
            <a:ext cx="7673340" cy="975844"/>
            <a:chOff x="611560" y="987574"/>
            <a:chExt cx="7673340" cy="97584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[1316].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자연수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k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와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전달받아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k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더하여 크기가 작은 순서대로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7  5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1239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7 10 13 16 19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611560" y="2900421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[1383].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n, m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뺀 값을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m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출력하시오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</a:t>
              </a:r>
              <a:r>
                <a:rPr lang="ko-KR" altLang="en-US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코드 채우기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]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5395D4D-BCD0-683D-F760-BCA134558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5FA01B-838A-0C63-6ED8-AF89FA89050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5886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8098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-2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436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532E-7A23-511B-C48C-72B2B89A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1D3814-105B-58CA-49BE-DB888C5E18EF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E9D3F-2826-E990-72D8-668E86D0AFE9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93B04F3-E49F-7E72-563C-05C71CF3F7A8}"/>
              </a:ext>
            </a:extLst>
          </p:cNvPr>
          <p:cNvGrpSpPr/>
          <p:nvPr/>
        </p:nvGrpSpPr>
        <p:grpSpPr>
          <a:xfrm>
            <a:off x="611560" y="987574"/>
            <a:ext cx="7673340" cy="975844"/>
            <a:chOff x="611560" y="987574"/>
            <a:chExt cx="7673340" cy="9758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E32404-FA72-16A1-D030-5BE357435F22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[1316].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자연수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k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와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전달받아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k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더하여 크기가 작은 순서대로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8D27421-1FB8-FB11-6692-50D0D2E2B43B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3EDC40F8-8896-BAA8-7929-A984E855DB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B2A9319-AAA6-BEEF-BC05-5A363FF3B6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EE9BD7-0F45-A07B-CEEC-7BF9B1E612B1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7  5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302B4F-6E7F-8CD4-923E-3FCBB9031FE1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33C33F-1F45-C8FF-0531-4AA3B072C421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EF42A8-FD13-A468-1CA2-C637B3C7108D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1239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7 10 13 16 19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0F5693E-7F04-7E10-666B-1DB4E1DD7A65}"/>
              </a:ext>
            </a:extLst>
          </p:cNvPr>
          <p:cNvGrpSpPr/>
          <p:nvPr/>
        </p:nvGrpSpPr>
        <p:grpSpPr>
          <a:xfrm>
            <a:off x="611560" y="2900421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9C9C86-3E7A-17BA-6AB6-4F4654D4FC6E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[1383].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n, m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뺀 값을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m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출력하시오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</a:t>
              </a:r>
              <a:r>
                <a:rPr lang="ko-KR" altLang="en-US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코드 채우기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]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86C495C-2A67-4E42-13EF-0D129AA88B10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EE00F60E-D9B7-3060-A18D-08F301E0E4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5E40FEB-C9A3-A087-6CF9-66A6D9BE54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001148-2B03-9119-DB41-CBA7F7AB8948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5886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C2088A-FF1D-3A40-AAF3-F9C2F3343A0C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1E64E4-9F98-61BB-6D08-5353B21138EE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9114D8-765A-B02E-847E-4009F1834725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8098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-2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BC0ADF5-BAC1-FA0A-272D-BC5F796DD335}"/>
              </a:ext>
            </a:extLst>
          </p:cNvPr>
          <p:cNvSpPr txBox="1"/>
          <p:nvPr/>
        </p:nvSpPr>
        <p:spPr>
          <a:xfrm>
            <a:off x="2195736" y="4006912"/>
            <a:ext cx="5508104" cy="63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n, m = map(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int,input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().split())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range(10-n, 10-n*m-1,-n):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i,end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=" ")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9D069B-1FE4-1033-792A-275E0FD71ADD}"/>
              </a:ext>
            </a:extLst>
          </p:cNvPr>
          <p:cNvSpPr txBox="1"/>
          <p:nvPr/>
        </p:nvSpPr>
        <p:spPr>
          <a:xfrm>
            <a:off x="2195736" y="2086370"/>
            <a:ext cx="5508104" cy="63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k, n = map(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int,input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().split())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range(k, k+3*n,3):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i,end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=" ")</a:t>
            </a:r>
          </a:p>
        </p:txBody>
      </p:sp>
    </p:spTree>
    <p:extLst>
      <p:ext uri="{BB962C8B-B14F-4D97-AF65-F5344CB8AC3E}">
        <p14:creationId xmlns:p14="http://schemas.microsoft.com/office/powerpoint/2010/main" val="62798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987574"/>
            <a:ext cx="7673340" cy="975844"/>
            <a:chOff x="611560" y="987574"/>
            <a:chExt cx="7673340" cy="97584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[1384].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까지의 정수를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8675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611560" y="2865816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[1385].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2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빼면서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보다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클때까지의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정수를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5395D4D-BCD0-683D-F760-BCA134558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5FA01B-838A-0C63-6ED8-AF89FA89050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9765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964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EB5F-FF5C-FD86-8B4B-D2736465F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F45772-07BE-9FF4-71DC-52A291A1F763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85886-949B-3FEB-E59B-51E0E6ACF18A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E6FD228-B1C1-F5EA-2A5A-6BAD97909A78}"/>
              </a:ext>
            </a:extLst>
          </p:cNvPr>
          <p:cNvGrpSpPr/>
          <p:nvPr/>
        </p:nvGrpSpPr>
        <p:grpSpPr>
          <a:xfrm>
            <a:off x="611560" y="987574"/>
            <a:ext cx="7673340" cy="975844"/>
            <a:chOff x="611560" y="987574"/>
            <a:chExt cx="7673340" cy="9758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FBBB81-FFB5-9073-DCB5-161CAFFC2EB3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[1384].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까지의 정수를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4FD5CB44-DF22-42C4-AA45-1CBFEFFF2D80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AC931157-B8F0-ECDA-6B63-F1C4439142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D99D2681-C386-A2B3-FF61-374286656C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0CF1C7-44D3-74A9-AF9A-9BF4CA48B5B1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9C16F9-02BE-707F-B9EC-278EEC8ED4DD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76041B-9B74-4B05-200D-916C8A5680AA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960A5B-F5FA-6D6D-5A39-0F519C3BD9BA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8675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CD6B3A-170F-725D-05B7-C56882FBD2C0}"/>
              </a:ext>
            </a:extLst>
          </p:cNvPr>
          <p:cNvGrpSpPr/>
          <p:nvPr/>
        </p:nvGrpSpPr>
        <p:grpSpPr>
          <a:xfrm>
            <a:off x="611560" y="2865816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C26586-254A-E1A1-7A65-A522E94B854B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[1385].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2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빼면서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보다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클때까지의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정수를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CA08606-9E1B-763F-8A0B-87D1549C024C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3209463B-93EF-D0CB-4E1B-C8B3493FE9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EC112378-5DB1-8F19-58CD-79E0F0E619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AB6B9C-2319-58BC-2AEB-632D8ECEC80D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01B3-8643-B17C-F4E3-94D6D6CE67FA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33EDFD-9488-B429-BE6A-16DC0588CF6E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88CB97-F98A-7C1F-7A59-7D4A5C91EBFD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9765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047C6A5-71FC-FE60-1399-74B1A5E550E3}"/>
              </a:ext>
            </a:extLst>
          </p:cNvPr>
          <p:cNvSpPr txBox="1"/>
          <p:nvPr/>
        </p:nvSpPr>
        <p:spPr>
          <a:xfrm>
            <a:off x="2555776" y="2029707"/>
            <a:ext cx="5508104" cy="63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n+1):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end=" 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2DAF2-A9F2-8D80-6707-52E8B18E0B67}"/>
              </a:ext>
            </a:extLst>
          </p:cNvPr>
          <p:cNvSpPr txBox="1"/>
          <p:nvPr/>
        </p:nvSpPr>
        <p:spPr>
          <a:xfrm>
            <a:off x="2490584" y="3933386"/>
            <a:ext cx="5508104" cy="639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n+1):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end=" ")</a:t>
            </a:r>
          </a:p>
        </p:txBody>
      </p:sp>
    </p:spTree>
    <p:extLst>
      <p:ext uri="{BB962C8B-B14F-4D97-AF65-F5344CB8AC3E}">
        <p14:creationId xmlns:p14="http://schemas.microsoft.com/office/powerpoint/2010/main" val="304079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987574"/>
            <a:ext cx="7673340" cy="975844"/>
            <a:chOff x="611560" y="987574"/>
            <a:chExt cx="7673340" cy="97584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[1386].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개의 정수를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수가 홀수인 수를 더해서 그 합을 출력하는 코드를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8675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611560" y="3180082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[1387]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정수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그 수의 합을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5395D4D-BCD0-683D-F760-BCA134558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5FA01B-838A-0C63-6ED8-AF89FA89050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6979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098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249A-041B-519B-96D1-F5B3B06E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28D3D1-31FC-0A71-67EF-9267BFEC1C5B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42D007-F225-BC40-1819-EBE799946F32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226B115-8705-CDED-49A6-04A717B15BA6}"/>
              </a:ext>
            </a:extLst>
          </p:cNvPr>
          <p:cNvGrpSpPr/>
          <p:nvPr/>
        </p:nvGrpSpPr>
        <p:grpSpPr>
          <a:xfrm>
            <a:off x="611560" y="987574"/>
            <a:ext cx="7673340" cy="975844"/>
            <a:chOff x="611560" y="987574"/>
            <a:chExt cx="7673340" cy="9758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7A7AC7-30C3-6D5E-A2EB-8ECB31EC856C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[1386].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개의 정수를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수가 홀수인 수를 더해서 그 합을 출력하는 코드를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C141B50-C023-92FE-DFA1-3081499D7972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E3522D36-88B0-7904-7189-FF40E25F10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29E28952-0E8E-D37A-6D6C-8CF6638FF6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E25C02-FC1A-F19C-2162-BAACCB7396C3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8675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D2E9A6-D0CA-2E04-F70C-CB8D7305B61F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A26830-7DA8-CB02-DFAC-2585E39B9295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5B0C9C-3B5B-C9EB-446B-43E372D821B8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A0FB27F-0C92-0818-7271-CCECD8D24AE2}"/>
              </a:ext>
            </a:extLst>
          </p:cNvPr>
          <p:cNvGrpSpPr/>
          <p:nvPr/>
        </p:nvGrpSpPr>
        <p:grpSpPr>
          <a:xfrm>
            <a:off x="611560" y="3180082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CF8460-FD97-D32C-E8A7-F80EC99E3C99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[1387]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정수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그 수의 합을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F45F455-6A9E-712E-0F3D-673A8FA2825C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621BFC70-1FD1-08F5-CB00-237CB1F0F5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80314BF3-FBE5-D818-2CD1-D2042DD395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CD0484-F827-A36E-A60D-95AF26F78C48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6979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037413-8C06-8F96-26DD-F30B04DEFD0C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559348-573F-BDA3-D4A0-67458F7B3310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A02D9A-C8B4-72DD-3431-631DFC83A510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10FAB1-AACF-6C45-8572-372A93D52CB3}"/>
              </a:ext>
            </a:extLst>
          </p:cNvPr>
          <p:cNvSpPr txBox="1"/>
          <p:nvPr/>
        </p:nvSpPr>
        <p:spPr>
          <a:xfrm>
            <a:off x="5580112" y="1785951"/>
            <a:ext cx="5508104" cy="117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6):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n % 2 == 1: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= sum + n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37819-4460-1543-8508-538F4A62477E}"/>
              </a:ext>
            </a:extLst>
          </p:cNvPr>
          <p:cNvSpPr txBox="1"/>
          <p:nvPr/>
        </p:nvSpPr>
        <p:spPr>
          <a:xfrm>
            <a:off x="5472954" y="3626678"/>
            <a:ext cx="5508104" cy="99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sum = sum + n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173959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987574"/>
            <a:ext cx="7673340" cy="963968"/>
            <a:chOff x="611560" y="987574"/>
            <a:chExt cx="7673340" cy="963968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[1388].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까지의 정수 중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7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배수의 합을 출력하는 코드를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05442"/>
              <a:ext cx="4676886" cy="546100"/>
              <a:chOff x="790726" y="1405442"/>
              <a:chExt cx="4676886" cy="54610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3307372" y="1405442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2555776" y="147886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3307372" y="1458779"/>
                <a:ext cx="463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196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611560" y="2748034"/>
            <a:ext cx="7673340" cy="972587"/>
            <a:chOff x="611560" y="987574"/>
            <a:chExt cx="7673340" cy="9725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[1389]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까지의 정수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9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배수를 출력하고 그 합을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414061"/>
              <a:ext cx="6805610" cy="546100"/>
              <a:chOff x="790726" y="1414061"/>
              <a:chExt cx="6805610" cy="54610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4716016" y="1414061"/>
                <a:ext cx="2880320" cy="5461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2379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ore-KR" sz="1200" dirty="0"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9 18 27 36 45 54 63 72 81 90 99 </a:t>
                </a:r>
              </a:p>
              <a:p>
                <a:r>
                  <a:rPr lang="en-US" altLang="ko-Kore-KR" sz="1200" dirty="0"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594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672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4DF-FC1B-F1C0-02B9-F1CC098B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8C34352-6AB3-3F94-20B7-DA62C840C168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AA6787-7ED5-ABB1-EF7A-B7ED4F278BBC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4734CC-A981-8FD1-5792-048EF5B635B6}"/>
              </a:ext>
            </a:extLst>
          </p:cNvPr>
          <p:cNvGrpSpPr/>
          <p:nvPr/>
        </p:nvGrpSpPr>
        <p:grpSpPr>
          <a:xfrm>
            <a:off x="611560" y="987574"/>
            <a:ext cx="7673340" cy="966105"/>
            <a:chOff x="611560" y="987574"/>
            <a:chExt cx="7673340" cy="96610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632CD0A-E5BF-CE77-EEC2-044782F74AC0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[1388].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까지의 정수 중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7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배수의 합을 출력하는 코드를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41423337-BC4B-82F6-25A1-C92DF2F0201B}"/>
                </a:ext>
              </a:extLst>
            </p:cNvPr>
            <p:cNvGrpSpPr/>
            <p:nvPr/>
          </p:nvGrpSpPr>
          <p:grpSpPr>
            <a:xfrm>
              <a:off x="790726" y="1407579"/>
              <a:ext cx="4676886" cy="546100"/>
              <a:chOff x="790726" y="1407579"/>
              <a:chExt cx="4676886" cy="54610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464EC8CC-EFB7-4C36-CE17-8D4B717D97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3307372" y="1407579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06C05B-D174-4286-2394-CC87876E87EA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3C244F-E740-F2DD-6F5F-452611540AED}"/>
                  </a:ext>
                </a:extLst>
              </p:cNvPr>
              <p:cNvSpPr txBox="1"/>
              <p:nvPr/>
            </p:nvSpPr>
            <p:spPr>
              <a:xfrm>
                <a:off x="2555776" y="147886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5E637D-2E49-693E-BDC3-31DD4B225DA0}"/>
                  </a:ext>
                </a:extLst>
              </p:cNvPr>
              <p:cNvSpPr txBox="1"/>
              <p:nvPr/>
            </p:nvSpPr>
            <p:spPr>
              <a:xfrm>
                <a:off x="3307372" y="1458779"/>
                <a:ext cx="463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196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0046409-1344-1825-DD59-C066E9194F9F}"/>
              </a:ext>
            </a:extLst>
          </p:cNvPr>
          <p:cNvGrpSpPr/>
          <p:nvPr/>
        </p:nvGrpSpPr>
        <p:grpSpPr>
          <a:xfrm>
            <a:off x="611560" y="2748034"/>
            <a:ext cx="7673340" cy="972587"/>
            <a:chOff x="611560" y="987574"/>
            <a:chExt cx="7673340" cy="9725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B4A604-A53E-3ABC-BBD0-4CBCDEC977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[1389]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까지의 정수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9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배수를 출력하고 그 합을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4683BD9-44A1-7CC8-1972-68497D7AB034}"/>
                </a:ext>
              </a:extLst>
            </p:cNvPr>
            <p:cNvGrpSpPr/>
            <p:nvPr/>
          </p:nvGrpSpPr>
          <p:grpSpPr>
            <a:xfrm>
              <a:off x="790726" y="1414061"/>
              <a:ext cx="6805610" cy="546100"/>
              <a:chOff x="790726" y="1414061"/>
              <a:chExt cx="6805610" cy="54610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D6A48234-C577-74FC-0869-C57C999B06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4716016" y="1414061"/>
                <a:ext cx="2880320" cy="5461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17C8A9-E234-1267-C1F2-26BFB4C659C7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BD16CA-41BB-D70A-17D7-3C197D751861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315842-4D97-1A4D-EA4E-2FBC055C60B7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23791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ore-KR" sz="1200" dirty="0"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9 18 27 36 45 54 63 72 81 90 99 </a:t>
                </a:r>
              </a:p>
              <a:p>
                <a:r>
                  <a:rPr lang="en-US" altLang="ko-Kore-KR" sz="1200" dirty="0"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594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46736E-CC72-324E-9C90-9A91B288F6B3}"/>
              </a:ext>
            </a:extLst>
          </p:cNvPr>
          <p:cNvSpPr txBox="1"/>
          <p:nvPr/>
        </p:nvSpPr>
        <p:spPr>
          <a:xfrm>
            <a:off x="3965694" y="1457307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51):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7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= sum +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  <a:p>
            <a:pPr>
              <a:lnSpc>
                <a:spcPts val="1425"/>
              </a:lnSpc>
            </a:pPr>
            <a:b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</a:b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F48EE-D99D-FE0B-5126-3A013DCBE1B2}"/>
              </a:ext>
            </a:extLst>
          </p:cNvPr>
          <p:cNvSpPr txBox="1"/>
          <p:nvPr/>
        </p:nvSpPr>
        <p:spPr>
          <a:xfrm>
            <a:off x="3959078" y="3708096"/>
            <a:ext cx="5508104" cy="117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101):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9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= sum +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end=" ")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14084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489743" y="826217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[1391]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정수를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정수 사이의 수 중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배수인 수의 합을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298816"/>
              <a:ext cx="6085530" cy="664602"/>
              <a:chOff x="790726" y="1298816"/>
              <a:chExt cx="6085530" cy="664602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5395D4D-BCD0-683D-F760-BCA134558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5FA01B-838A-0C63-6ED8-AF89FA89050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5180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32852" y="1298816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16016" y="1448708"/>
                <a:ext cx="15215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의 배수의 합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: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E1D3C17-2E43-3FE9-1CD8-FDCE939CB27E}"/>
              </a:ext>
            </a:extLst>
          </p:cNvPr>
          <p:cNvGrpSpPr/>
          <p:nvPr/>
        </p:nvGrpSpPr>
        <p:grpSpPr>
          <a:xfrm>
            <a:off x="668909" y="3293561"/>
            <a:ext cx="7673340" cy="919444"/>
            <a:chOff x="634024" y="1043974"/>
            <a:chExt cx="7673340" cy="9194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400BCFB-E727-0098-A6F5-60C729035484}"/>
                </a:ext>
              </a:extLst>
            </p:cNvPr>
            <p:cNvSpPr txBox="1">
              <a:spLocks/>
            </p:cNvSpPr>
            <p:nvPr/>
          </p:nvSpPr>
          <p:spPr>
            <a:xfrm>
              <a:off x="634024" y="10439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[1394]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한 개의 자연수를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그 수의 배수를 차례로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A8B0CE4-2CB8-55AD-ED25-7904E6A68C33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E7D52F2C-5171-A0B6-10DF-D59F633795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01BBAB79-54BA-3056-8E89-309BB332F8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F722BF-809E-DDEC-7BDA-0328E8067AC5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D3D683-E1C7-413D-7BB3-F63AB2D7E0C4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BAB10D-2294-0466-BC52-39B483AA93BC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EFA012-634E-99FE-41A7-45886572DF0D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1239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295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108D-B8D1-3EE9-890E-B7AC3B08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FB001E-90D8-1BA2-F845-CD7EDCA32626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AD7450-52C8-623A-308B-649DFD362EBB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515C9F1-27A4-063C-7F6B-4BAA40B2A00E}"/>
              </a:ext>
            </a:extLst>
          </p:cNvPr>
          <p:cNvGrpSpPr/>
          <p:nvPr/>
        </p:nvGrpSpPr>
        <p:grpSpPr>
          <a:xfrm>
            <a:off x="489743" y="826217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928186F-6B2D-DB5B-7D09-187605E31D2E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[1391]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정수를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 정수 사이의 수 중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배수인 수의 합을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6A69FF1-C0FC-1CCB-EE3F-E7BE46123C06}"/>
                </a:ext>
              </a:extLst>
            </p:cNvPr>
            <p:cNvGrpSpPr/>
            <p:nvPr/>
          </p:nvGrpSpPr>
          <p:grpSpPr>
            <a:xfrm>
              <a:off x="790726" y="1298816"/>
              <a:ext cx="6085530" cy="664602"/>
              <a:chOff x="790726" y="1298816"/>
              <a:chExt cx="6085530" cy="664602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78F6B9A2-DD70-870D-FF17-476CD264A3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38AF735-BCC5-0651-151B-858596A072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DDDDCB-26D1-984D-3CA1-37C5D32C59E8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5180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6F6C85-FE11-B36A-9F36-415CA80617DD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9872AA-430A-7C39-6592-4455AA5C2AE5}"/>
                  </a:ext>
                </a:extLst>
              </p:cNvPr>
              <p:cNvSpPr txBox="1"/>
              <p:nvPr/>
            </p:nvSpPr>
            <p:spPr>
              <a:xfrm>
                <a:off x="3932852" y="1298816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AC264E-4B64-5252-D619-8207F3E02844}"/>
                  </a:ext>
                </a:extLst>
              </p:cNvPr>
              <p:cNvSpPr txBox="1"/>
              <p:nvPr/>
            </p:nvSpPr>
            <p:spPr>
              <a:xfrm>
                <a:off x="4734350" y="1409807"/>
                <a:ext cx="15215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의 배수의 합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: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DE88418-2468-6ABA-6EA7-EC22F29F8CED}"/>
              </a:ext>
            </a:extLst>
          </p:cNvPr>
          <p:cNvGrpSpPr/>
          <p:nvPr/>
        </p:nvGrpSpPr>
        <p:grpSpPr>
          <a:xfrm>
            <a:off x="668909" y="3293561"/>
            <a:ext cx="7673340" cy="919444"/>
            <a:chOff x="634024" y="1043974"/>
            <a:chExt cx="7673340" cy="9194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A492B4-94EE-6271-FA4D-D63941AB60FD}"/>
                </a:ext>
              </a:extLst>
            </p:cNvPr>
            <p:cNvSpPr txBox="1">
              <a:spLocks/>
            </p:cNvSpPr>
            <p:nvPr/>
          </p:nvSpPr>
          <p:spPr>
            <a:xfrm>
              <a:off x="634024" y="10439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[1394]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한 개의 자연수를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그 수의 배수를 차례로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6EA4C9ED-4210-49A5-EB65-9932948940E8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1B3F2113-ECA9-DB65-E67D-67F2B08657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17154D4D-9876-39C9-F434-04532AD9F2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47FB93-BE01-8FD9-3219-6EB92BF87289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542062-372C-EF61-966D-2C2500D40E95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DFD7DB6-F88B-DB86-77BB-C1616C3792FB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E5717C-3D21-B711-B62A-62C5D8E8E3B8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1239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EDBC18-4F4C-6C93-78A8-EEB65087A244}"/>
              </a:ext>
            </a:extLst>
          </p:cNvPr>
          <p:cNvSpPr txBox="1"/>
          <p:nvPr/>
        </p:nvSpPr>
        <p:spPr>
          <a:xfrm>
            <a:off x="3780921" y="1835098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a,b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 map(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int,input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().split())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range(a, b+1):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3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= sum +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print("3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의 배수의 합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",</a:t>
            </a:r>
            <a:r>
              <a:rPr lang="ko-KR" altLang="en-US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193AA-AA2F-474B-F3A9-A00B37574A81}"/>
              </a:ext>
            </a:extLst>
          </p:cNvPr>
          <p:cNvSpPr txBox="1"/>
          <p:nvPr/>
        </p:nvSpPr>
        <p:spPr>
          <a:xfrm>
            <a:off x="3811035" y="4055445"/>
            <a:ext cx="5508104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6):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print(a*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 " ")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34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987574"/>
            <a:ext cx="7673340" cy="972587"/>
            <a:chOff x="611560" y="987574"/>
            <a:chExt cx="7673340" cy="972587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[1392]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뺀 값 중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양수인 값을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6100"/>
              <a:chOff x="790726" y="1414061"/>
              <a:chExt cx="6085530" cy="54610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5725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611560" y="2748034"/>
            <a:ext cx="8208912" cy="975844"/>
            <a:chOff x="611560" y="987574"/>
            <a:chExt cx="8208912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8208912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[1393].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값만큼씩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뺀 값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보다 크거나 같은 수를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5395D4D-BCD0-683D-F760-BCA134558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5FA01B-838A-0C63-6ED8-AF89FA89050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19607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ore-KR" sz="1400" dirty="0"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100 85 70 55 40 25 10 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7448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BBE46-2DC9-F06C-D781-3CA34501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63F9E5-8A72-2969-C54C-E827EB5DD143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4E238F-CE60-F570-6D7A-39E69053F9FF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87D2DC2-831E-9D7D-B2AC-A7DE347E5BB5}"/>
              </a:ext>
            </a:extLst>
          </p:cNvPr>
          <p:cNvGrpSpPr/>
          <p:nvPr/>
        </p:nvGrpSpPr>
        <p:grpSpPr>
          <a:xfrm>
            <a:off x="611560" y="987574"/>
            <a:ext cx="7673340" cy="972587"/>
            <a:chOff x="611560" y="987574"/>
            <a:chExt cx="7673340" cy="9725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4DFF41-6E61-AB74-191B-58770C430FEF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[1392]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씩 뺀 값 중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양수인 값을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2242772-1464-10DC-4BED-CEA19C0E08F2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6100"/>
              <a:chOff x="790726" y="1414061"/>
              <a:chExt cx="6085530" cy="54610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57C3ECD8-ACBF-EF29-4CC7-8B40BBE900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C32042-A8F0-C1E9-E8DE-37E39E4AF0A9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67F5D8-D028-5ECE-1F56-74015EA9A48B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456E7F-E0F2-6B17-641D-903C902B01E8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5725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F4E6CF-69D5-BC04-C943-EBDC5C8B3259}"/>
              </a:ext>
            </a:extLst>
          </p:cNvPr>
          <p:cNvGrpSpPr/>
          <p:nvPr/>
        </p:nvGrpSpPr>
        <p:grpSpPr>
          <a:xfrm>
            <a:off x="611560" y="2748034"/>
            <a:ext cx="8208912" cy="975844"/>
            <a:chOff x="611560" y="987574"/>
            <a:chExt cx="8208912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7844C8-0E8D-8268-2D90-C76B91A94807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8208912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[1393].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값만큼씩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뺀 값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보다 크거나 같은 수를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8784A41-C69A-6C1E-D625-6F6CA2424D39}"/>
                </a:ext>
              </a:extLst>
            </p:cNvPr>
            <p:cNvGrpSpPr/>
            <p:nvPr/>
          </p:nvGrpSpPr>
          <p:grpSpPr>
            <a:xfrm>
              <a:off x="790726" y="1414061"/>
              <a:ext cx="6085530" cy="549357"/>
              <a:chOff x="790726" y="1414061"/>
              <a:chExt cx="6085530" cy="54935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FDD90F5B-652E-8B89-DC4D-50D9612247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AF0069D6-0FC0-7138-14CA-C9906D1B74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3981BD-01D4-7553-7B11-1BD03C7042A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97DBFC-D03F-7CDD-736A-FB0431C43782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A6904C-6394-1C6D-6DB6-6A83F33D019D}"/>
                  </a:ext>
                </a:extLst>
              </p:cNvPr>
              <p:cNvSpPr txBox="1"/>
              <p:nvPr/>
            </p:nvSpPr>
            <p:spPr>
              <a:xfrm>
                <a:off x="3959078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061319-985B-2EC5-2D53-07DE483CF5E3}"/>
                  </a:ext>
                </a:extLst>
              </p:cNvPr>
              <p:cNvSpPr txBox="1"/>
              <p:nvPr/>
            </p:nvSpPr>
            <p:spPr>
              <a:xfrm>
                <a:off x="4756362" y="1417430"/>
                <a:ext cx="19607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ore-KR" sz="1400" dirty="0"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100 85 70 55 40 25 10 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B2D37B-7B33-FCE1-7F36-71F3FEB2300B}"/>
              </a:ext>
            </a:extLst>
          </p:cNvPr>
          <p:cNvSpPr txBox="1"/>
          <p:nvPr/>
        </p:nvSpPr>
        <p:spPr>
          <a:xfrm>
            <a:off x="3877310" y="2023033"/>
            <a:ext cx="5508104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range(7, 0, -3):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 " ")</a:t>
            </a:r>
          </a:p>
          <a:p>
            <a:pPr>
              <a:lnSpc>
                <a:spcPts val="1425"/>
              </a:lnSpc>
            </a:pPr>
            <a:b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</a:b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A706A-DA1A-748D-4EB2-F3881D60BD13}"/>
              </a:ext>
            </a:extLst>
          </p:cNvPr>
          <p:cNvSpPr txBox="1"/>
          <p:nvPr/>
        </p:nvSpPr>
        <p:spPr>
          <a:xfrm>
            <a:off x="3877310" y="3806832"/>
            <a:ext cx="550810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range(100, -1, -n):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 " ")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6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107996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숫자세기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0A66-4B1E-F0B4-9DA6-8E729CC178C6}"/>
              </a:ext>
            </a:extLst>
          </p:cNvPr>
          <p:cNvSpPr txBox="1"/>
          <p:nvPr/>
        </p:nvSpPr>
        <p:spPr>
          <a:xfrm>
            <a:off x="663931" y="922199"/>
            <a:ext cx="71287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몇 개인지 숫자세기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(count)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1. count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으로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설정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값이 조건에 해당하면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if( x%2 == 0 ) 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3. count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값에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을 더함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count = count +1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CD7FF-B04E-AEEC-B677-B61775C517CF}"/>
              </a:ext>
            </a:extLst>
          </p:cNvPr>
          <p:cNvSpPr txBox="1"/>
          <p:nvPr/>
        </p:nvSpPr>
        <p:spPr>
          <a:xfrm>
            <a:off x="688272" y="2247165"/>
            <a:ext cx="7128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문제 </a:t>
            </a:r>
            <a:r>
              <a:rPr lang="en-US" altLang="ko-KR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</a:t>
            </a:r>
            <a:r>
              <a:rPr lang="ko-KR" altLang="en-US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입력된 수 중 짝수의 개수가 몇 개인지 </a:t>
            </a:r>
            <a:r>
              <a:rPr lang="ko-KR" altLang="en-US" sz="1600" dirty="0" err="1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출력하시오</a:t>
            </a:r>
            <a:r>
              <a:rPr lang="en-US" altLang="ko-KR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  <a:r>
              <a:rPr lang="ko-KR" altLang="en-US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endParaRPr lang="en-US" altLang="ko-KR" sz="1600" dirty="0">
              <a:solidFill>
                <a:srgbClr val="0432FF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8FE189-807B-7572-E2F5-9FA34A14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17" y="2762242"/>
            <a:ext cx="1395417" cy="1915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552D5-D4A6-37B2-2803-ED75704C6B86}"/>
              </a:ext>
            </a:extLst>
          </p:cNvPr>
          <p:cNvSpPr txBox="1"/>
          <p:nvPr/>
        </p:nvSpPr>
        <p:spPr>
          <a:xfrm>
            <a:off x="982328" y="2737704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C089F-259E-ACE1-3EB3-96AD6BD5DBB9}"/>
              </a:ext>
            </a:extLst>
          </p:cNvPr>
          <p:cNvSpPr txBox="1"/>
          <p:nvPr/>
        </p:nvSpPr>
        <p:spPr>
          <a:xfrm>
            <a:off x="3815062" y="2762242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AD04E9-92D3-0076-28DC-C8DB82D741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814"/>
          <a:stretch/>
        </p:blipFill>
        <p:spPr>
          <a:xfrm>
            <a:off x="4644008" y="2762242"/>
            <a:ext cx="2160240" cy="546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89A76D-BAD9-DAF0-FA18-743E2F043819}"/>
              </a:ext>
            </a:extLst>
          </p:cNvPr>
          <p:cNvSpPr txBox="1"/>
          <p:nvPr/>
        </p:nvSpPr>
        <p:spPr>
          <a:xfrm>
            <a:off x="4684354" y="2765611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  <a:r>
              <a:rPr kumimoji="1" lang="ko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개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EC1E0-3285-15E5-E44F-FAD6E008ADD7}"/>
              </a:ext>
            </a:extLst>
          </p:cNvPr>
          <p:cNvSpPr txBox="1"/>
          <p:nvPr/>
        </p:nvSpPr>
        <p:spPr>
          <a:xfrm>
            <a:off x="2099102" y="2905882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---&gt;1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32B920-B90F-F4C9-94F0-AA02F4595ECB}"/>
              </a:ext>
            </a:extLst>
          </p:cNvPr>
          <p:cNvSpPr txBox="1"/>
          <p:nvPr/>
        </p:nvSpPr>
        <p:spPr>
          <a:xfrm>
            <a:off x="2099102" y="3220904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---&gt;2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8D435-290F-D720-A448-9E3EE0E28307}"/>
              </a:ext>
            </a:extLst>
          </p:cNvPr>
          <p:cNvSpPr txBox="1"/>
          <p:nvPr/>
        </p:nvSpPr>
        <p:spPr>
          <a:xfrm>
            <a:off x="2099102" y="3535926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---&gt;3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D5FFE6-F78F-C502-5BA6-331C0E767CC0}"/>
              </a:ext>
            </a:extLst>
          </p:cNvPr>
          <p:cNvSpPr txBox="1"/>
          <p:nvPr/>
        </p:nvSpPr>
        <p:spPr>
          <a:xfrm>
            <a:off x="2099102" y="3850948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---&gt;4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65554C-C256-3CC5-4306-296D840AC4D8}"/>
              </a:ext>
            </a:extLst>
          </p:cNvPr>
          <p:cNvSpPr txBox="1"/>
          <p:nvPr/>
        </p:nvSpPr>
        <p:spPr>
          <a:xfrm>
            <a:off x="2302482" y="4339632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---&gt;5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B5CC0E-889C-3499-AE8E-EEA75DC45BAB}"/>
              </a:ext>
            </a:extLst>
          </p:cNvPr>
          <p:cNvGrpSpPr/>
          <p:nvPr/>
        </p:nvGrpSpPr>
        <p:grpSpPr>
          <a:xfrm>
            <a:off x="2604695" y="3291830"/>
            <a:ext cx="896629" cy="443421"/>
            <a:chOff x="2637942" y="3058431"/>
            <a:chExt cx="896629" cy="514369"/>
          </a:xfrm>
        </p:grpSpPr>
        <p:sp>
          <p:nvSpPr>
            <p:cNvPr id="27" name="원형 화살표[C] 26">
              <a:extLst>
                <a:ext uri="{FF2B5EF4-FFF2-40B4-BE49-F238E27FC236}">
                  <a16:creationId xmlns:a16="http://schemas.microsoft.com/office/drawing/2014/main" id="{6BA034A0-273D-74FE-EEB8-FFCEFA78BF4B}"/>
                </a:ext>
              </a:extLst>
            </p:cNvPr>
            <p:cNvSpPr/>
            <p:nvPr/>
          </p:nvSpPr>
          <p:spPr>
            <a:xfrm rot="4569204">
              <a:off x="2694236" y="3002137"/>
              <a:ext cx="514369" cy="626957"/>
            </a:xfrm>
            <a:prstGeom prst="circularArrow">
              <a:avLst>
                <a:gd name="adj1" fmla="val 2621"/>
                <a:gd name="adj2" fmla="val 1142319"/>
                <a:gd name="adj3" fmla="val 21244358"/>
                <a:gd name="adj4" fmla="val 10800000"/>
                <a:gd name="adj5" fmla="val 125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F6FF6B-216B-9AA8-49E6-6E38F7F69BF7}"/>
                </a:ext>
              </a:extLst>
            </p:cNvPr>
            <p:cNvSpPr txBox="1"/>
            <p:nvPr/>
          </p:nvSpPr>
          <p:spPr>
            <a:xfrm>
              <a:off x="3162353" y="3147434"/>
              <a:ext cx="372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+1</a:t>
              </a:r>
              <a:endPara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D4C4BD8-6375-BAE8-5FBE-79FF59442430}"/>
              </a:ext>
            </a:extLst>
          </p:cNvPr>
          <p:cNvGrpSpPr/>
          <p:nvPr/>
        </p:nvGrpSpPr>
        <p:grpSpPr>
          <a:xfrm>
            <a:off x="2530829" y="2928898"/>
            <a:ext cx="896629" cy="494758"/>
            <a:chOff x="2637942" y="3058431"/>
            <a:chExt cx="896629" cy="514369"/>
          </a:xfrm>
        </p:grpSpPr>
        <p:sp>
          <p:nvSpPr>
            <p:cNvPr id="31" name="원형 화살표[C] 30">
              <a:extLst>
                <a:ext uri="{FF2B5EF4-FFF2-40B4-BE49-F238E27FC236}">
                  <a16:creationId xmlns:a16="http://schemas.microsoft.com/office/drawing/2014/main" id="{9627E6F6-B971-A9FB-D142-A371A15BEC69}"/>
                </a:ext>
              </a:extLst>
            </p:cNvPr>
            <p:cNvSpPr/>
            <p:nvPr/>
          </p:nvSpPr>
          <p:spPr>
            <a:xfrm rot="4569204">
              <a:off x="2694236" y="3002137"/>
              <a:ext cx="514369" cy="626957"/>
            </a:xfrm>
            <a:prstGeom prst="circularArrow">
              <a:avLst>
                <a:gd name="adj1" fmla="val 2621"/>
                <a:gd name="adj2" fmla="val 1142319"/>
                <a:gd name="adj3" fmla="val 21244358"/>
                <a:gd name="adj4" fmla="val 10800000"/>
                <a:gd name="adj5" fmla="val 125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C4CBF45-97F8-2E5E-9EFA-AE122A03F110}"/>
                </a:ext>
              </a:extLst>
            </p:cNvPr>
            <p:cNvSpPr txBox="1"/>
            <p:nvPr/>
          </p:nvSpPr>
          <p:spPr>
            <a:xfrm>
              <a:off x="3162353" y="3147434"/>
              <a:ext cx="372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+1</a:t>
              </a:r>
              <a:endPara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652FD75-DB81-4D58-1EE1-81AAE4623B0B}"/>
              </a:ext>
            </a:extLst>
          </p:cNvPr>
          <p:cNvGrpSpPr/>
          <p:nvPr/>
        </p:nvGrpSpPr>
        <p:grpSpPr>
          <a:xfrm>
            <a:off x="2663277" y="3607877"/>
            <a:ext cx="896629" cy="494758"/>
            <a:chOff x="2637942" y="3058431"/>
            <a:chExt cx="896629" cy="514369"/>
          </a:xfrm>
        </p:grpSpPr>
        <p:sp>
          <p:nvSpPr>
            <p:cNvPr id="34" name="원형 화살표[C] 33">
              <a:extLst>
                <a:ext uri="{FF2B5EF4-FFF2-40B4-BE49-F238E27FC236}">
                  <a16:creationId xmlns:a16="http://schemas.microsoft.com/office/drawing/2014/main" id="{28DDAB6A-5EF3-3889-7686-5AC8D55CC4A6}"/>
                </a:ext>
              </a:extLst>
            </p:cNvPr>
            <p:cNvSpPr/>
            <p:nvPr/>
          </p:nvSpPr>
          <p:spPr>
            <a:xfrm rot="4569204">
              <a:off x="2694236" y="3002137"/>
              <a:ext cx="514369" cy="626957"/>
            </a:xfrm>
            <a:prstGeom prst="circularArrow">
              <a:avLst>
                <a:gd name="adj1" fmla="val 2621"/>
                <a:gd name="adj2" fmla="val 1142319"/>
                <a:gd name="adj3" fmla="val 21244358"/>
                <a:gd name="adj4" fmla="val 10800000"/>
                <a:gd name="adj5" fmla="val 125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8A8B29-704A-00C8-6636-3C8F0C91D23F}"/>
                </a:ext>
              </a:extLst>
            </p:cNvPr>
            <p:cNvSpPr txBox="1"/>
            <p:nvPr/>
          </p:nvSpPr>
          <p:spPr>
            <a:xfrm>
              <a:off x="3162353" y="3147434"/>
              <a:ext cx="372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+1</a:t>
              </a:r>
              <a:endPara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9D38AD2-E75E-3B10-5C17-F92084473B65}"/>
              </a:ext>
            </a:extLst>
          </p:cNvPr>
          <p:cNvGrpSpPr/>
          <p:nvPr/>
        </p:nvGrpSpPr>
        <p:grpSpPr>
          <a:xfrm>
            <a:off x="2739267" y="3965719"/>
            <a:ext cx="896629" cy="528081"/>
            <a:chOff x="2637942" y="3058431"/>
            <a:chExt cx="896629" cy="514369"/>
          </a:xfrm>
        </p:grpSpPr>
        <p:sp>
          <p:nvSpPr>
            <p:cNvPr id="37" name="원형 화살표[C] 36">
              <a:extLst>
                <a:ext uri="{FF2B5EF4-FFF2-40B4-BE49-F238E27FC236}">
                  <a16:creationId xmlns:a16="http://schemas.microsoft.com/office/drawing/2014/main" id="{C5E203D8-59B8-EAC1-729E-498C75DD4022}"/>
                </a:ext>
              </a:extLst>
            </p:cNvPr>
            <p:cNvSpPr/>
            <p:nvPr/>
          </p:nvSpPr>
          <p:spPr>
            <a:xfrm rot="4569204">
              <a:off x="2694236" y="3002137"/>
              <a:ext cx="514369" cy="626957"/>
            </a:xfrm>
            <a:prstGeom prst="circularArrow">
              <a:avLst>
                <a:gd name="adj1" fmla="val 2621"/>
                <a:gd name="adj2" fmla="val 1142319"/>
                <a:gd name="adj3" fmla="val 21244358"/>
                <a:gd name="adj4" fmla="val 10800000"/>
                <a:gd name="adj5" fmla="val 125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6B172F0-59B8-F82C-D0BA-A8DA2A0C3CE3}"/>
                </a:ext>
              </a:extLst>
            </p:cNvPr>
            <p:cNvSpPr txBox="1"/>
            <p:nvPr/>
          </p:nvSpPr>
          <p:spPr>
            <a:xfrm>
              <a:off x="3162353" y="3147434"/>
              <a:ext cx="372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+1</a:t>
              </a:r>
              <a:endPara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615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813442"/>
            <a:ext cx="7673340" cy="975844"/>
            <a:chOff x="611560" y="987574"/>
            <a:chExt cx="7673340" cy="97584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673340" cy="52552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[1395].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i="0" u="none" strike="noStrike" dirty="0">
                  <a:effectLst/>
                  <a:latin typeface="Open Sans" panose="020B0606030504020204" pitchFamily="34" charset="0"/>
                </a:rPr>
                <a:t>10</a:t>
              </a:r>
              <a:r>
                <a:rPr lang="ko-KR" altLang="en-US" sz="1400" b="0" i="0" u="none" strike="noStrike" dirty="0">
                  <a:effectLst/>
                  <a:latin typeface="Open Sans" panose="020B0606030504020204" pitchFamily="34" charset="0"/>
                </a:rPr>
                <a:t>개의 정수를 </a:t>
              </a:r>
              <a:r>
                <a:rPr lang="ko-KR" altLang="en-US" sz="1400" b="0" i="0" u="none" strike="noStrike" dirty="0" err="1">
                  <a:effectLst/>
                  <a:latin typeface="Open Sans" panose="020B0606030504020204" pitchFamily="34" charset="0"/>
                </a:rPr>
                <a:t>입력받아</a:t>
              </a:r>
              <a:r>
                <a:rPr lang="en-US" altLang="ko-KR" sz="1400" b="0" i="0" u="none" strike="noStrike" dirty="0">
                  <a:effectLst/>
                  <a:latin typeface="Open Sans" panose="020B0606030504020204" pitchFamily="34" charset="0"/>
                </a:rPr>
                <a:t>, </a:t>
              </a:r>
              <a:r>
                <a:rPr lang="ko-KR" altLang="en-US" sz="1400" b="0" i="0" u="none" strike="noStrike" dirty="0">
                  <a:effectLst/>
                  <a:latin typeface="Open Sans" panose="020B0606030504020204" pitchFamily="34" charset="0"/>
                </a:rPr>
                <a:t>그 수들 중 짝수의 </a:t>
              </a:r>
              <a:r>
                <a:rPr lang="ko-KR" altLang="en-US" sz="1400" b="0" i="0" u="none" strike="noStrike" dirty="0" err="1">
                  <a:effectLst/>
                  <a:latin typeface="Open Sans" panose="020B0606030504020204" pitchFamily="34" charset="0"/>
                </a:rPr>
                <a:t>갯수를</a:t>
              </a:r>
              <a:r>
                <a:rPr lang="ko-KR" altLang="en-US" sz="1400" b="0" i="0" u="none" strike="noStrike" dirty="0">
                  <a:effectLst/>
                  <a:latin typeface="Open Sans" panose="020B0606030504020204" pitchFamily="34" charset="0"/>
                </a:rPr>
                <a:t> 출력하는 코드를 </a:t>
              </a:r>
              <a:r>
                <a:rPr lang="ko-KR" altLang="en-US" sz="1400" b="0" i="0" u="none" strike="noStrike" dirty="0" err="1">
                  <a:effectLst/>
                  <a:latin typeface="Open Sans" panose="020B0606030504020204" pitchFamily="34" charset="0"/>
                </a:rPr>
                <a:t>작성하시오</a:t>
              </a:r>
              <a:r>
                <a:rPr lang="en-US" altLang="ko-KR" sz="1400" b="0" i="0" u="none" strike="noStrike" dirty="0">
                  <a:effectLst/>
                  <a:latin typeface="Open Sans" panose="020B0606030504020204" pitchFamily="34" charset="0"/>
                </a:rPr>
                <a:t>. </a:t>
              </a:r>
              <a:br>
                <a:rPr lang="ko-KR" altLang="en-US" sz="1400" dirty="0"/>
              </a:b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5346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129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888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288B26D-173E-0943-DEA9-FB19F60DF163}"/>
              </a:ext>
            </a:extLst>
          </p:cNvPr>
          <p:cNvGrpSpPr/>
          <p:nvPr/>
        </p:nvGrpSpPr>
        <p:grpSpPr>
          <a:xfrm>
            <a:off x="611560" y="3104004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E29DEE-CB75-3F41-10E8-75206608DDD8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[1396]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 사이의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7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배수의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개수를 출력하는 프로그램을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55E698-E5ED-454B-8C63-C0FAEA15251F}"/>
                </a:ext>
              </a:extLst>
            </p:cNvPr>
            <p:cNvGrpSpPr/>
            <p:nvPr/>
          </p:nvGrpSpPr>
          <p:grpSpPr>
            <a:xfrm>
              <a:off x="790726" y="1243341"/>
              <a:ext cx="6085530" cy="720077"/>
              <a:chOff x="790726" y="1243341"/>
              <a:chExt cx="6085530" cy="72007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5395D4D-BCD0-683D-F760-BCA134558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60BF0759-E936-B290-E713-9BDE2924F3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16016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5FA01B-838A-0C63-6ED8-AF89FA89050B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463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D63DCE-A19C-60F9-8DF1-4A89E92C1AB0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406B9C-B5BE-8D97-9D4B-AB878E9481C3}"/>
                  </a:ext>
                </a:extLst>
              </p:cNvPr>
              <p:cNvSpPr txBox="1"/>
              <p:nvPr/>
            </p:nvSpPr>
            <p:spPr>
              <a:xfrm>
                <a:off x="3959078" y="1274119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98798A-87BE-02D0-7AE0-74253816F146}"/>
                  </a:ext>
                </a:extLst>
              </p:cNvPr>
              <p:cNvSpPr txBox="1"/>
              <p:nvPr/>
            </p:nvSpPr>
            <p:spPr>
              <a:xfrm>
                <a:off x="4758133" y="1243341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7753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79EF-BA0C-BF12-CBC5-E5F0AC08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C2E5FE-B01C-5BEB-AA7E-EF5920D4F23D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D4E27-43BF-0D9D-A7EF-59D8222658E5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AF4A76-EDCE-2F9E-B7D7-7E26CFF9C3BF}"/>
              </a:ext>
            </a:extLst>
          </p:cNvPr>
          <p:cNvGrpSpPr/>
          <p:nvPr/>
        </p:nvGrpSpPr>
        <p:grpSpPr>
          <a:xfrm>
            <a:off x="611560" y="813442"/>
            <a:ext cx="7673340" cy="975844"/>
            <a:chOff x="611560" y="987574"/>
            <a:chExt cx="7673340" cy="9758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C41754-0F76-FB7A-C370-DDEC8AF6063D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2552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[1395].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i="0" u="none" strike="noStrike" dirty="0">
                  <a:effectLst/>
                  <a:latin typeface="Open Sans" panose="020B0606030504020204" pitchFamily="34" charset="0"/>
                </a:rPr>
                <a:t>10</a:t>
              </a:r>
              <a:r>
                <a:rPr lang="ko-KR" altLang="en-US" sz="1400" b="0" i="0" u="none" strike="noStrike" dirty="0">
                  <a:effectLst/>
                  <a:latin typeface="Open Sans" panose="020B0606030504020204" pitchFamily="34" charset="0"/>
                </a:rPr>
                <a:t>개의 정수를 </a:t>
              </a:r>
              <a:r>
                <a:rPr lang="ko-KR" altLang="en-US" sz="1400" b="0" i="0" u="none" strike="noStrike" dirty="0" err="1">
                  <a:effectLst/>
                  <a:latin typeface="Open Sans" panose="020B0606030504020204" pitchFamily="34" charset="0"/>
                </a:rPr>
                <a:t>입력받아</a:t>
              </a:r>
              <a:r>
                <a:rPr lang="en-US" altLang="ko-KR" sz="1400" b="0" i="0" u="none" strike="noStrike" dirty="0">
                  <a:effectLst/>
                  <a:latin typeface="Open Sans" panose="020B0606030504020204" pitchFamily="34" charset="0"/>
                </a:rPr>
                <a:t>, </a:t>
              </a:r>
              <a:r>
                <a:rPr lang="ko-KR" altLang="en-US" sz="1400" b="0" i="0" u="none" strike="noStrike" dirty="0">
                  <a:effectLst/>
                  <a:latin typeface="Open Sans" panose="020B0606030504020204" pitchFamily="34" charset="0"/>
                </a:rPr>
                <a:t>그 수들 중 짝수의 </a:t>
              </a:r>
              <a:r>
                <a:rPr lang="ko-KR" altLang="en-US" sz="1400" b="0" i="0" u="none" strike="noStrike" dirty="0" err="1">
                  <a:effectLst/>
                  <a:latin typeface="Open Sans" panose="020B0606030504020204" pitchFamily="34" charset="0"/>
                </a:rPr>
                <a:t>갯수를</a:t>
              </a:r>
              <a:r>
                <a:rPr lang="ko-KR" altLang="en-US" sz="1400" b="0" i="0" u="none" strike="noStrike" dirty="0">
                  <a:effectLst/>
                  <a:latin typeface="Open Sans" panose="020B0606030504020204" pitchFamily="34" charset="0"/>
                </a:rPr>
                <a:t> 출력하는 코드를 </a:t>
              </a:r>
              <a:r>
                <a:rPr lang="ko-KR" altLang="en-US" sz="1400" b="0" i="0" u="none" strike="noStrike" dirty="0" err="1">
                  <a:effectLst/>
                  <a:latin typeface="Open Sans" panose="020B0606030504020204" pitchFamily="34" charset="0"/>
                </a:rPr>
                <a:t>작성하시오</a:t>
              </a:r>
              <a:r>
                <a:rPr lang="en-US" altLang="ko-KR" sz="1400" b="0" i="0" u="none" strike="noStrike" dirty="0">
                  <a:effectLst/>
                  <a:latin typeface="Open Sans" panose="020B0606030504020204" pitchFamily="34" charset="0"/>
                </a:rPr>
                <a:t>. </a:t>
              </a:r>
              <a:br>
                <a:rPr lang="ko-KR" altLang="en-US" sz="1400" dirty="0"/>
              </a:b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ADE1E0A-E685-60C9-34BE-6F67A9D4B83B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7DB05B05-F146-2AFB-0D10-F90A1B946F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FFB39EC7-4451-17A4-1504-F99E0353A9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03D6A6-02DF-ABF2-AA9E-78001EB25655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5346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129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888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BF1647-2FF9-8934-ACDA-98A5E6172D99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B21073-CF45-D587-2159-0F889FCD0291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87AD30-A52D-72B3-4875-C9D8F4753FF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441CA5-BCEE-9108-EFC0-4250AB2CD109}"/>
              </a:ext>
            </a:extLst>
          </p:cNvPr>
          <p:cNvGrpSpPr/>
          <p:nvPr/>
        </p:nvGrpSpPr>
        <p:grpSpPr>
          <a:xfrm>
            <a:off x="611560" y="3104004"/>
            <a:ext cx="7673340" cy="975844"/>
            <a:chOff x="611560" y="987574"/>
            <a:chExt cx="7673340" cy="9758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F71D53-83DF-10BC-726E-6246DFB2543A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[1396]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부터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 사이의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7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배수의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개수를 출력하는 프로그램을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1D42696-E8C2-8521-6773-3DBE6FA1C8F8}"/>
                </a:ext>
              </a:extLst>
            </p:cNvPr>
            <p:cNvGrpSpPr/>
            <p:nvPr/>
          </p:nvGrpSpPr>
          <p:grpSpPr>
            <a:xfrm>
              <a:off x="790726" y="1243341"/>
              <a:ext cx="6070474" cy="720077"/>
              <a:chOff x="790726" y="1243341"/>
              <a:chExt cx="6070474" cy="72007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0DD5423F-808D-AD27-DBFB-91A8135D9C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6" y="1417318"/>
                <a:ext cx="2160240" cy="5461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1D8B94B0-EEFC-EB56-EB9A-0A0D1C324E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4700960" y="1278297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8A1AB0-3F5C-553D-975B-957DFFCBC0F5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463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22D159-8909-8E4E-6AC8-3D4FAAC456A5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14BC52-48BA-EA95-70FC-2A81BFC56C4F}"/>
                  </a:ext>
                </a:extLst>
              </p:cNvPr>
              <p:cNvSpPr txBox="1"/>
              <p:nvPr/>
            </p:nvSpPr>
            <p:spPr>
              <a:xfrm>
                <a:off x="3959078" y="1274119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C96186-78EA-F20C-395B-83C43D49C210}"/>
                  </a:ext>
                </a:extLst>
              </p:cNvPr>
              <p:cNvSpPr txBox="1"/>
              <p:nvPr/>
            </p:nvSpPr>
            <p:spPr>
              <a:xfrm>
                <a:off x="4758133" y="1243341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A62F407-BF15-289B-60C4-F7D63906C83C}"/>
              </a:ext>
            </a:extLst>
          </p:cNvPr>
          <p:cNvSpPr txBox="1"/>
          <p:nvPr/>
        </p:nvSpPr>
        <p:spPr>
          <a:xfrm>
            <a:off x="5148064" y="1650681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n % 2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count+=1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1E3DF-702D-CC97-C86F-50E07AC6F740}"/>
              </a:ext>
            </a:extLst>
          </p:cNvPr>
          <p:cNvSpPr txBox="1"/>
          <p:nvPr/>
        </p:nvSpPr>
        <p:spPr>
          <a:xfrm>
            <a:off x="5130716" y="3576081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n+1):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7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count+=1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30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987574"/>
            <a:ext cx="7920880" cy="975844"/>
            <a:chOff x="611560" y="987574"/>
            <a:chExt cx="7920880" cy="97584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987574"/>
              <a:ext cx="792088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[1397].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10개의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정수를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그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수들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중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배수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개수가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몇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개인지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프로그램을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627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13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10919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87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9E4303-84EC-7EDB-0EEA-61E23CE218B3}"/>
              </a:ext>
            </a:extLst>
          </p:cNvPr>
          <p:cNvGrpSpPr/>
          <p:nvPr/>
        </p:nvGrpSpPr>
        <p:grpSpPr>
          <a:xfrm>
            <a:off x="611560" y="2814402"/>
            <a:ext cx="7673340" cy="1206784"/>
            <a:chOff x="611560" y="756634"/>
            <a:chExt cx="7673340" cy="12067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E0631E-B43E-AB64-A70F-C34AD27D548B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[1398]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10개의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정수를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그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수들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중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배수와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개수가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몇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개인지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각각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프로그램을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6C9CEE0-F69A-0FF8-FB80-7C6738A27AF4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012AD465-7781-F68C-B4BF-AA2491E790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36199CAF-C4AA-81C5-A837-2548B7F255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FBF928-71F4-2085-7ABC-CCEB38326C21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627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13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B655B5-E464-DF3C-AEF7-72E61C9872D2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4D5D446-974C-3C9D-B9AE-190299C73A62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DAAB7D-38D3-185D-A19A-3B81F9ED4B9C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2776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6926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8054-8BCA-06D1-1AAB-AB1CAFB5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462FF9-203A-E7D0-9BE5-B6ED4920F147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5FBB3-16F1-8112-8245-1D92C13C39B7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1311884-8CC8-D133-0825-2459C46E6BE4}"/>
              </a:ext>
            </a:extLst>
          </p:cNvPr>
          <p:cNvGrpSpPr/>
          <p:nvPr/>
        </p:nvGrpSpPr>
        <p:grpSpPr>
          <a:xfrm>
            <a:off x="611560" y="987574"/>
            <a:ext cx="7920880" cy="975844"/>
            <a:chOff x="611560" y="987574"/>
            <a:chExt cx="7920880" cy="9758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D29DAB-47AA-F62E-FA22-AC615F9F04CA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987574"/>
              <a:ext cx="792088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[1397].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10개의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정수를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그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수들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중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배수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개수가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몇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개인지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프로그램을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E5BB689-21DE-5726-80D5-A1A7E6065D2A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6FAF0774-6D46-AD92-3BB7-5F23710828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3ACD8722-7954-3F3B-7B70-AAA492BA06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4B87D4-A141-E689-7D22-D45D50555D4D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627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13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A0BF6E-D32F-FFBE-6563-FA561C698FEE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089321-3CB4-3A3C-98E3-4FAA6B726692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690097-8CCF-B5E5-D157-80D2A26A5ACA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10919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87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47C8083-5A9A-DDA8-EC5C-6EB07BE0580E}"/>
              </a:ext>
            </a:extLst>
          </p:cNvPr>
          <p:cNvSpPr txBox="1"/>
          <p:nvPr/>
        </p:nvSpPr>
        <p:spPr>
          <a:xfrm>
            <a:off x="2195736" y="2502974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n+1):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7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count+=1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59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ED48-C764-CCAD-A75F-4FCCD4C0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EEF2FE-A7BD-7B17-6015-84FF62164222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E24B8-E0DC-0D81-2071-017FC0E69E49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4F962ED-4E61-D2EF-4A25-7A045A382656}"/>
              </a:ext>
            </a:extLst>
          </p:cNvPr>
          <p:cNvGrpSpPr/>
          <p:nvPr/>
        </p:nvGrpSpPr>
        <p:grpSpPr>
          <a:xfrm>
            <a:off x="488053" y="987478"/>
            <a:ext cx="7673340" cy="1206784"/>
            <a:chOff x="611560" y="756634"/>
            <a:chExt cx="7673340" cy="12067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5A20F3-264B-C560-FDD9-6937650C0FB1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[1398]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10개의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정수를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그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수들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중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3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배수와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개수가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몇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개인지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각각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프로그램을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116BCAE-2B1B-B605-F504-CA8338BE9DA4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A4871FE2-715A-86F2-7C9E-ED6D60D1E4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3B98318-ECF0-A22C-B4F6-397BCB626C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2839C6-6573-8F39-346F-77A540D49136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26276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19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13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6270A0-0FA2-0559-0A55-1596744A5FC8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5FCAC5-0625-F71C-5ACA-6A6948BE4D39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423BFA-74DD-66CC-8543-F9557D04803A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2776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1324EFF-75E9-20A4-782E-782887BADEC5}"/>
              </a:ext>
            </a:extLst>
          </p:cNvPr>
          <p:cNvSpPr txBox="1"/>
          <p:nvPr/>
        </p:nvSpPr>
        <p:spPr>
          <a:xfrm>
            <a:off x="2809711" y="2442058"/>
            <a:ext cx="5508104" cy="21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count3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count5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n % 3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count3+=1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n % 5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count5+=1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print(count3)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print(count5)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758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3175-2DA1-1160-9753-30BCE8C7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A6129F-08D2-1DF0-C9CE-EA45C2CC1B77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4E788-F1AB-90A1-58E6-9F688D0FF400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5A3B05A-B07F-0968-E0B0-16640D5BB527}"/>
              </a:ext>
            </a:extLst>
          </p:cNvPr>
          <p:cNvGrpSpPr/>
          <p:nvPr/>
        </p:nvGrpSpPr>
        <p:grpSpPr>
          <a:xfrm>
            <a:off x="556165" y="915566"/>
            <a:ext cx="7673340" cy="1224339"/>
            <a:chOff x="611560" y="739079"/>
            <a:chExt cx="7673340" cy="12243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74A262-752B-D234-189B-8D1883DDA735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[1399]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두개의 정수를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작은 수부터 큰 수까지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배수이거나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배수의 개수가 몇 개인지를 출력하는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A277007-74A7-9E0F-739A-6B44B46F76EF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FFA1E82B-D772-B9D1-3C34-FC83DE7BBD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8931AFE-90D6-19E8-88B6-728BAD8BF0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913083-B543-8E79-D710-43055563B922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6110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0B41E9-E88A-F852-29ED-CD37B735820C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0AA79D-8ACD-7077-08C0-00968F9494CA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A4097A-B90A-1088-9E39-1D5C445AADEE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8515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F2106DA-B9D1-5A22-8698-7213F9AE85C7}"/>
              </a:ext>
            </a:extLst>
          </p:cNvPr>
          <p:cNvGrpSpPr/>
          <p:nvPr/>
        </p:nvGrpSpPr>
        <p:grpSpPr>
          <a:xfrm>
            <a:off x="504686" y="2780139"/>
            <a:ext cx="7673340" cy="1206784"/>
            <a:chOff x="611560" y="756634"/>
            <a:chExt cx="7673340" cy="120678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8EEAF4-A5A7-1C23-5D65-0FBE53BDC3C3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[1400].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사이의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입력된 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인 수의 개수를 출력하는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94440B1-CCF6-84F4-69C1-941949C8D60F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36B2C85C-6F88-5076-EC48-F5600073C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4B2800E-8B67-74DC-9357-E5568C2AD1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58FC7E-3926-FC24-6022-F77C18550478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5664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1 3 4 1 5 1 1  6 7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8C672D-6CB8-58F2-BC3F-54C06F83BC2C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6463D3-0279-B7B1-35F1-F8103925F1D9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975F98-D49F-CD52-3857-C372E14B15F5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7199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42A8-AB65-150F-364B-15FCF077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7B0E4D9-ADD3-1098-88BE-677B88085926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07AB2-A352-0842-DAD4-4BE611661F86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D0FB721-46F8-A35C-1B36-2562DDB7E9EC}"/>
              </a:ext>
            </a:extLst>
          </p:cNvPr>
          <p:cNvGrpSpPr/>
          <p:nvPr/>
        </p:nvGrpSpPr>
        <p:grpSpPr>
          <a:xfrm>
            <a:off x="556165" y="915566"/>
            <a:ext cx="7673340" cy="1224339"/>
            <a:chOff x="611560" y="739079"/>
            <a:chExt cx="7673340" cy="12243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9A7D7C-D834-FDE5-3B06-0C0C47599C1D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[1399]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두개의 정수를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작은 수부터 큰 수까지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배수이거나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배수의 개수가 몇 개인지를 출력하는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5F780A2-DC80-4A44-7A3C-3BFE0E8ACFE5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99355765-6F09-B266-F6CD-D6B84A7EBF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D280728-89B7-6C4E-3738-AF9CBA3BD8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723948-70DE-2CBC-8CF0-CB6E30CA9CBA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6110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70C52F-C789-778C-5182-302A4F1EDC7D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541C3D-3202-B382-0ADA-2301766168B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F9231D-8120-6908-7E63-F6C1AF3C8968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8515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E1F0C87-1878-6819-400A-F60B7DF35208}"/>
              </a:ext>
            </a:extLst>
          </p:cNvPr>
          <p:cNvSpPr txBox="1"/>
          <p:nvPr/>
        </p:nvSpPr>
        <p:spPr>
          <a:xfrm>
            <a:off x="2987824" y="2283718"/>
            <a:ext cx="55081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a, b = map(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int,input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().split())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 a &gt; b: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temp = a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b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b = temp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range(a, b+1):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3 == 0 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5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count+=1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 " 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332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FEF9-F180-6986-7DF6-8E67D1C9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C834FFD-0DC2-B12E-22D6-EFEA51B9A4AC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9D0C0F-B682-7872-2965-70DEE133F32E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6ED5867-30A8-BCA0-12EC-1BBA58DD5798}"/>
              </a:ext>
            </a:extLst>
          </p:cNvPr>
          <p:cNvGrpSpPr/>
          <p:nvPr/>
        </p:nvGrpSpPr>
        <p:grpSpPr>
          <a:xfrm>
            <a:off x="377481" y="1059582"/>
            <a:ext cx="7673340" cy="1206784"/>
            <a:chOff x="611560" y="756634"/>
            <a:chExt cx="7673340" cy="120678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A8483B-E046-781A-CC15-B43597940BF0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[1400].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사이의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입력된 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인 수의 개수를 출력하는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64FC689-494B-FB1A-2DE1-E80B087C5A42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81A62B6B-85F8-C356-E195-13D85575B9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0A4435B5-9ED9-7984-D8C1-614528C397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A2FA31-FC4B-FBBC-5187-ECEA7FCDCB12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5664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1 3 4 1 5 1 1  6 7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E98D65-74F4-8834-3C0A-888177D07A8E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2C1E95-9BB3-2152-0A45-7F40CCCB5C8A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5E51E5-D5C2-427A-E214-AA4FBF129F3D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3BF3C30-C0A0-9871-087F-D0E899F0E548}"/>
              </a:ext>
            </a:extLst>
          </p:cNvPr>
          <p:cNvSpPr txBox="1"/>
          <p:nvPr/>
        </p:nvSpPr>
        <p:spPr>
          <a:xfrm>
            <a:off x="3131840" y="2571750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a == 1: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count+=1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39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6820-366B-93E3-DB61-8B2629A6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556F8E-4FC7-0968-98F4-3002ACD15CDF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02B11-81E0-EE80-0445-18E8A04E7C42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4A2630-946E-C456-CDE8-1569F028ADB2}"/>
              </a:ext>
            </a:extLst>
          </p:cNvPr>
          <p:cNvGrpSpPr/>
          <p:nvPr/>
        </p:nvGrpSpPr>
        <p:grpSpPr>
          <a:xfrm>
            <a:off x="504686" y="813442"/>
            <a:ext cx="7673340" cy="1224339"/>
            <a:chOff x="611560" y="739079"/>
            <a:chExt cx="7673340" cy="12243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3D4347-7CF5-C3C1-758C-C2FA54D5AFEE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[1394]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값만큼씩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뺀 값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보다 크거나 같은 수가 몇 개인지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4E6E637-5217-9BAA-E86C-815153504809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1CB683A9-6D93-BB9B-04E6-E39AE7E370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8239C353-4ED0-76EC-140A-9DE2D1F702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88D7A6-E39B-A8D2-1FF5-227F6E17787C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5A8629-A077-3B6C-7945-5C8470DA47F7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1A18A1-3009-7C6F-95D4-FEAC89C009D7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65499AD-2C6B-3FB0-A73A-9AAFADC6CBBC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19607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100 85 70 55 40 25 10 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5EC556-9874-69FA-2D35-05B757708038}"/>
              </a:ext>
            </a:extLst>
          </p:cNvPr>
          <p:cNvGrpSpPr/>
          <p:nvPr/>
        </p:nvGrpSpPr>
        <p:grpSpPr>
          <a:xfrm>
            <a:off x="495558" y="2571750"/>
            <a:ext cx="7673340" cy="1206784"/>
            <a:chOff x="611560" y="756634"/>
            <a:chExt cx="7673340" cy="120678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F8819BA-6F71-0D3C-691C-59BF94B84BB2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[1401].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사이의 수 중 아래와 같이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입력된 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6,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9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번째 입력된 수를 출력하고 그 합을 구하는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15A3CD0-ED94-C4BB-E41C-6F6C892FA179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4A7C3C13-8C00-7D71-A150-3C44569C89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D3F4BC0D-F2AB-B83A-D52C-7686548F6D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4D4BBC-22C8-90CA-439D-9D2B9ED7A6C5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6049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6 9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EBBD09-27BC-B27B-82F3-877ECF8A6B93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65382F-1B67-970D-6A1E-5BE7D8A3F0BC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EF3277-AB62-E50C-5F0B-0686CC071C50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934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lain" startAt="4"/>
                </a:pP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11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3268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0526-EF0E-75DD-5D91-56A14C5D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6D4043B-04E6-6404-976B-C1501A7054FB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D8964-9580-9ECC-5A2E-6DB0FE975DB4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DA8A609-C2F7-E496-8C0E-DF8D3BFEB5D4}"/>
              </a:ext>
            </a:extLst>
          </p:cNvPr>
          <p:cNvGrpSpPr/>
          <p:nvPr/>
        </p:nvGrpSpPr>
        <p:grpSpPr>
          <a:xfrm>
            <a:off x="504686" y="813442"/>
            <a:ext cx="7673340" cy="1224339"/>
            <a:chOff x="611560" y="739079"/>
            <a:chExt cx="7673340" cy="12243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04604E-D85F-9F4B-20FE-17B7710D4E11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[1394]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의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값만큼씩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뺀 값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보다 크거나 같은 수가 몇 개인지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출력하는 코드를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D6678A7-15F6-3948-F240-DC52B6B8EA4E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AFFFF748-530C-FCA7-9DB4-D8B2449561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4C047CBF-765A-0860-966C-FDEDA88676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52E6E7-51A8-3491-001E-621A45797B54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15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F3D14B-6238-7541-BA9C-1DE2B8CB9C4F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99850F-4DC1-5222-FED5-0CA4FEB8D755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C4AD7F-C926-A067-4712-8D75E7CCAEEB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19607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100 85 70 55 40 25 10 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8119960-9A7F-8AE8-FF5F-DF699E3F3AE3}"/>
              </a:ext>
            </a:extLst>
          </p:cNvPr>
          <p:cNvSpPr txBox="1"/>
          <p:nvPr/>
        </p:nvSpPr>
        <p:spPr>
          <a:xfrm>
            <a:off x="3131840" y="2211710"/>
            <a:ext cx="5508104" cy="1564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count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range(100, -1, -n):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end=" 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count+=1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print(count)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251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1026794"/>
            <a:ext cx="7673340" cy="1206784"/>
            <a:chOff x="611560" y="756634"/>
            <a:chExt cx="7673340" cy="120678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[1401].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에서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사이의 수 중 아래와 같이 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입력된 수 중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3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6,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9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번째 입력된 수를 출력하고 그 합을 구하는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6049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6 9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934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lain" startAt="4"/>
                </a:pP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11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7FAB95-4575-C41D-3E97-E1C001EAD535}"/>
              </a:ext>
            </a:extLst>
          </p:cNvPr>
          <p:cNvSpPr txBox="1"/>
          <p:nvPr/>
        </p:nvSpPr>
        <p:spPr>
          <a:xfrm>
            <a:off x="2555776" y="2515482"/>
            <a:ext cx="5508104" cy="17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3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+= n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print(n, end=" 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571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56E9-537A-BBB2-AF14-6A15F112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53A3C6-FEFE-930B-5C4B-7ADF163EDFA4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B98397-15C3-2A21-FC69-F6F52669DC05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A2EF7F4-FBAF-A709-3DEA-5D00FEB41847}"/>
              </a:ext>
            </a:extLst>
          </p:cNvPr>
          <p:cNvGrpSpPr/>
          <p:nvPr/>
        </p:nvGrpSpPr>
        <p:grpSpPr>
          <a:xfrm>
            <a:off x="517397" y="915566"/>
            <a:ext cx="7673340" cy="1224339"/>
            <a:chOff x="611560" y="739079"/>
            <a:chExt cx="7673340" cy="12243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B3EF2A-F52F-5255-A636-2E648DBECD34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[1402].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개의 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홀수 번째 입력된 수를 출력하고 그 수의 합을 구하는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334784-4E29-686B-485E-C90123D176F8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FD7FE223-EDE5-0101-8FFD-AF151BECCC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A45FE550-E3BC-51BD-7615-E866CA6CFC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F6C9CF-CF46-D77C-A532-F5006C36639F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6594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2AC88B-C1DD-275D-DD7C-2005382522B3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1F5878F-E435-093B-A8D4-2F8352820C22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FFF502-E5EB-93CA-5C5E-AA52A045FC93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8675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713E4E6-F9D4-E45F-BD0C-942296090672}"/>
              </a:ext>
            </a:extLst>
          </p:cNvPr>
          <p:cNvGrpSpPr/>
          <p:nvPr/>
        </p:nvGrpSpPr>
        <p:grpSpPr>
          <a:xfrm>
            <a:off x="475477" y="2463715"/>
            <a:ext cx="7673340" cy="1206784"/>
            <a:chOff x="611560" y="756634"/>
            <a:chExt cx="7673340" cy="120678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D299FC-F869-50B2-AB04-6AE8576122F4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[1403].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수의 합이 짝수가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될때까지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그 합을 출력하는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</a:t>
              </a:r>
              <a:r>
                <a:rPr lang="ko-KR" altLang="en-US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코드 채우기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1ED7F30-74C3-1567-A738-A66BBE1148E2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19BFD42A-9D57-207D-1D25-E57B16AAAE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D00851CB-8B1E-73D7-32D1-ECA3BE8D34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F72C48-A08F-6032-4031-918F68EC3622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648ECD-4149-B4D8-42D5-6554757C334F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BCF362-0C31-4F7C-847F-D7A3FA1E2C8B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E93052-422E-55D0-7C36-19D8AA254E8D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873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758D-C1FE-338B-BC30-E23237D3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9CD0DC-9A7F-E3B8-04B3-0CCC8FECDD49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310F6F-8E4B-C9D8-E999-2FE9B5343109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10F178-8208-4099-7EF4-2C7216F652FB}"/>
              </a:ext>
            </a:extLst>
          </p:cNvPr>
          <p:cNvGrpSpPr/>
          <p:nvPr/>
        </p:nvGrpSpPr>
        <p:grpSpPr>
          <a:xfrm>
            <a:off x="517397" y="915566"/>
            <a:ext cx="7673340" cy="1224339"/>
            <a:chOff x="611560" y="739079"/>
            <a:chExt cx="7673340" cy="12243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071A60-B340-4AA4-A0A3-2647DE3E49D4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[1402].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개의 수를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홀수 번째 입력된 수를 출력하고 그 수의 합을 구하는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33353CB1-601F-7E54-8592-3535CFC8017C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1A191E93-305A-02CA-72C2-A6740B279E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A45E0D45-BCD3-7DFA-8F48-7FE04B0B18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00B001-92AB-B109-3926-5211235EFB08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6594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3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A2635C-DE41-0702-65AE-F80EE7A946A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2F84F4-7B79-867A-5479-81075215FACE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81DB4F-EE31-561D-A212-565502B80452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8675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DB486A1-8EAB-B36A-515B-0A20265B7731}"/>
              </a:ext>
            </a:extLst>
          </p:cNvPr>
          <p:cNvSpPr txBox="1"/>
          <p:nvPr/>
        </p:nvSpPr>
        <p:spPr>
          <a:xfrm>
            <a:off x="2682633" y="2514644"/>
            <a:ext cx="5508104" cy="17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2 == 1: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+= n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print(n, end=" 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626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1026794"/>
            <a:ext cx="7673340" cy="1206784"/>
            <a:chOff x="611560" y="756634"/>
            <a:chExt cx="7673340" cy="120678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[1403].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수의 합이 짝수가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될때까지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자연수를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그 합을 출력하는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</a:t>
              </a:r>
              <a:r>
                <a:rPr lang="ko-KR" altLang="en-US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코드 채우기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 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9D5FCCF-AAA1-A727-215E-3D0796F8B6EF}"/>
              </a:ext>
            </a:extLst>
          </p:cNvPr>
          <p:cNvSpPr txBox="1"/>
          <p:nvPr/>
        </p:nvSpPr>
        <p:spPr>
          <a:xfrm>
            <a:off x="2843620" y="2495982"/>
            <a:ext cx="5508104" cy="1564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while True: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sum = sum + a;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sum % 2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break;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64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1026794"/>
            <a:ext cx="7673340" cy="1400940"/>
            <a:chOff x="611560" y="756634"/>
            <a:chExt cx="7673340" cy="1400940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[1404].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입력 받은 수의 개수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과 정수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짝수 번째 숫자의 합을 출력하도록 프로그램을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</a:t>
              </a:r>
              <a:r>
                <a:rPr lang="ko-KR" altLang="en-US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코드 채우기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743513"/>
              <a:chOff x="790726" y="1414061"/>
              <a:chExt cx="6877618" cy="743513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740256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0534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4016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3AA8-D4D6-1DFF-D91F-1361BE14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7B3451-DD75-3778-82DE-5EDE45583AC6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D2BE55-94D0-D34A-DF4F-D9A18948466D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75532E1-C0CE-F1F7-37B7-766A7EDA11A4}"/>
              </a:ext>
            </a:extLst>
          </p:cNvPr>
          <p:cNvGrpSpPr/>
          <p:nvPr/>
        </p:nvGrpSpPr>
        <p:grpSpPr>
          <a:xfrm>
            <a:off x="611560" y="1026794"/>
            <a:ext cx="7673340" cy="1400940"/>
            <a:chOff x="611560" y="756634"/>
            <a:chExt cx="7673340" cy="14009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F0CC14-B9BA-7249-7740-46CF7B030AA5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81176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[1404].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입력 받은 수의 개수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과 정수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개를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짝수 번째 숫자의 합을 출력하도록 프로그램을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</a:t>
              </a:r>
              <a:r>
                <a:rPr lang="ko-KR" altLang="en-US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코드 채우기</a:t>
              </a:r>
              <a:r>
                <a:rPr lang="en-US" altLang="ko-KR" sz="1400" b="1" strike="noStrike" cap="none" dirty="0">
                  <a:solidFill>
                    <a:srgbClr val="FF0000"/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]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BFA4901-A6AC-7F4F-9100-0F696CEB5CEF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743513"/>
              <a:chOff x="790726" y="1414061"/>
              <a:chExt cx="6877618" cy="743513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A7C55C13-BEB3-3196-317E-4525453C22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740256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80F788AA-1A6A-994A-2424-A0CB4006C7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28B69A-12A1-CBAE-CF8F-7868519CA99C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0534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03A376-6578-792E-9D3D-3B75C364F444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80465C-BA30-A2D6-F92A-D8B7E23E0542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5C4931-D5D2-BF00-E066-EB657206C7DF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24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86A7493-3F11-CB13-2271-492436A0EFFD}"/>
              </a:ext>
            </a:extLst>
          </p:cNvPr>
          <p:cNvSpPr txBox="1"/>
          <p:nvPr/>
        </p:nvSpPr>
        <p:spPr>
          <a:xfrm>
            <a:off x="2857023" y="2648379"/>
            <a:ext cx="5508104" cy="1564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n+1):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% 2 == 0: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= sum + a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print(sum)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1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338828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 err="1">
                <a:solidFill>
                  <a:schemeClr val="bg1"/>
                </a:solidFill>
                <a:latin typeface="10X10" charset="0"/>
                <a:ea typeface="10X10" charset="0"/>
              </a:rPr>
              <a:t>평균구하기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avg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0A66-4B1E-F0B4-9DA6-8E729CC178C6}"/>
              </a:ext>
            </a:extLst>
          </p:cNvPr>
          <p:cNvSpPr txBox="1"/>
          <p:nvPr/>
        </p:nvSpPr>
        <p:spPr>
          <a:xfrm>
            <a:off x="663931" y="922199"/>
            <a:ext cx="7128792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평균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총합을 구한 후 총합에 더해진 수의 개수로 나눈 값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1. sum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과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count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각각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으로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설정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2-1.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해당하는 값을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에 누적해서 더함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 = </a:t>
            </a:r>
            <a:r>
              <a:rPr lang="en-US" altLang="ko-KR" sz="16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sum+x</a:t>
            </a:r>
            <a:endParaRPr lang="en-US" altLang="ko-KR" sz="1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2-2. count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값에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을 더함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count = count +1</a:t>
            </a:r>
          </a:p>
          <a:p>
            <a:pPr marL="109728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3.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평균 구하기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avg =</a:t>
            </a:r>
            <a:r>
              <a:rPr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sum/count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CD7FF-B04E-AEEC-B677-B61775C517CF}"/>
              </a:ext>
            </a:extLst>
          </p:cNvPr>
          <p:cNvSpPr txBox="1"/>
          <p:nvPr/>
        </p:nvSpPr>
        <p:spPr>
          <a:xfrm>
            <a:off x="663931" y="2627179"/>
            <a:ext cx="7128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문제 </a:t>
            </a:r>
            <a:r>
              <a:rPr lang="en-US" altLang="ko-KR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</a:t>
            </a:r>
            <a:r>
              <a:rPr lang="ko-KR" altLang="en-US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입력된 수 중 짝수의 합의 평균을 </a:t>
            </a:r>
            <a:r>
              <a:rPr lang="ko-KR" altLang="en-US" sz="1600" dirty="0" err="1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출력하시오</a:t>
            </a:r>
            <a:r>
              <a:rPr lang="en-US" altLang="ko-KR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  <a:r>
              <a:rPr lang="ko-KR" altLang="en-US" sz="1600" dirty="0">
                <a:solidFill>
                  <a:srgbClr val="0432FF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endParaRPr lang="en-US" altLang="ko-KR" sz="1600" dirty="0">
              <a:solidFill>
                <a:srgbClr val="0432FF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8FE189-807B-7572-E2F5-9FA34A14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17" y="3032924"/>
            <a:ext cx="1395417" cy="1915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552D5-D4A6-37B2-2803-ED75704C6B86}"/>
              </a:ext>
            </a:extLst>
          </p:cNvPr>
          <p:cNvSpPr txBox="1"/>
          <p:nvPr/>
        </p:nvSpPr>
        <p:spPr>
          <a:xfrm>
            <a:off x="982328" y="3008386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C089F-259E-ACE1-3EB3-96AD6BD5DBB9}"/>
              </a:ext>
            </a:extLst>
          </p:cNvPr>
          <p:cNvSpPr txBox="1"/>
          <p:nvPr/>
        </p:nvSpPr>
        <p:spPr>
          <a:xfrm>
            <a:off x="3815062" y="3032924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AD04E9-92D3-0076-28DC-C8DB82D741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814"/>
          <a:stretch/>
        </p:blipFill>
        <p:spPr>
          <a:xfrm>
            <a:off x="4644008" y="3032924"/>
            <a:ext cx="2160240" cy="7736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89A76D-BAD9-DAF0-FA18-743E2F043819}"/>
              </a:ext>
            </a:extLst>
          </p:cNvPr>
          <p:cNvSpPr txBox="1"/>
          <p:nvPr/>
        </p:nvSpPr>
        <p:spPr>
          <a:xfrm>
            <a:off x="4684354" y="3036293"/>
            <a:ext cx="12495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총합 </a:t>
            </a:r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 : 30</a:t>
            </a:r>
          </a:p>
          <a:p>
            <a:r>
              <a:rPr kumimoji="1" lang="ko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개수 </a:t>
            </a:r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count : 5</a:t>
            </a:r>
          </a:p>
          <a:p>
            <a:r>
              <a:rPr kumimoji="1" lang="ko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평균 </a:t>
            </a:r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avg : 6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EC1E0-3285-15E5-E44F-FAD6E008ADD7}"/>
              </a:ext>
            </a:extLst>
          </p:cNvPr>
          <p:cNvSpPr txBox="1"/>
          <p:nvPr/>
        </p:nvSpPr>
        <p:spPr>
          <a:xfrm>
            <a:off x="2099102" y="3176564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---&gt;1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32B920-B90F-F4C9-94F0-AA02F4595ECB}"/>
              </a:ext>
            </a:extLst>
          </p:cNvPr>
          <p:cNvSpPr txBox="1"/>
          <p:nvPr/>
        </p:nvSpPr>
        <p:spPr>
          <a:xfrm>
            <a:off x="2099102" y="3491586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---&gt;2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8D435-290F-D720-A448-9E3EE0E28307}"/>
              </a:ext>
            </a:extLst>
          </p:cNvPr>
          <p:cNvSpPr txBox="1"/>
          <p:nvPr/>
        </p:nvSpPr>
        <p:spPr>
          <a:xfrm>
            <a:off x="2099102" y="3806608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---&gt;3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D5FFE6-F78F-C502-5BA6-331C0E767CC0}"/>
              </a:ext>
            </a:extLst>
          </p:cNvPr>
          <p:cNvSpPr txBox="1"/>
          <p:nvPr/>
        </p:nvSpPr>
        <p:spPr>
          <a:xfrm>
            <a:off x="2099102" y="4121630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---&gt;4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65554C-C256-3CC5-4306-296D840AC4D8}"/>
              </a:ext>
            </a:extLst>
          </p:cNvPr>
          <p:cNvSpPr txBox="1"/>
          <p:nvPr/>
        </p:nvSpPr>
        <p:spPr>
          <a:xfrm>
            <a:off x="2302482" y="4610314"/>
            <a:ext cx="915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---&gt;5</a:t>
            </a:r>
            <a:r>
              <a:rPr lang="ko-KR" altLang="en-US" sz="12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</a:t>
            </a:r>
            <a:endParaRPr lang="en-US" altLang="ko-KR" sz="12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0D0A9-80C0-4188-027C-FCA6D7684F4B}"/>
              </a:ext>
            </a:extLst>
          </p:cNvPr>
          <p:cNvSpPr txBox="1"/>
          <p:nvPr/>
        </p:nvSpPr>
        <p:spPr>
          <a:xfrm>
            <a:off x="2737347" y="3134050"/>
            <a:ext cx="699230" cy="307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sum=2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3AF19C-C7BD-4C6F-DA47-319A7143A522}"/>
              </a:ext>
            </a:extLst>
          </p:cNvPr>
          <p:cNvSpPr txBox="1"/>
          <p:nvPr/>
        </p:nvSpPr>
        <p:spPr>
          <a:xfrm>
            <a:off x="2760408" y="3460807"/>
            <a:ext cx="699230" cy="307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sum=6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18D8-B4DB-C2C2-6612-CE9C95919F22}"/>
              </a:ext>
            </a:extLst>
          </p:cNvPr>
          <p:cNvSpPr txBox="1"/>
          <p:nvPr/>
        </p:nvSpPr>
        <p:spPr>
          <a:xfrm>
            <a:off x="2767985" y="3768131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sum=12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34079A-10DD-2ED5-C068-B1FF8A0DDAB1}"/>
              </a:ext>
            </a:extLst>
          </p:cNvPr>
          <p:cNvSpPr txBox="1"/>
          <p:nvPr/>
        </p:nvSpPr>
        <p:spPr>
          <a:xfrm>
            <a:off x="2767985" y="4083607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sum=20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EE1F4B-2F6F-7019-E771-1E137823A4BE}"/>
              </a:ext>
            </a:extLst>
          </p:cNvPr>
          <p:cNvSpPr txBox="1"/>
          <p:nvPr/>
        </p:nvSpPr>
        <p:spPr>
          <a:xfrm>
            <a:off x="2993160" y="4579536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sum=30</a:t>
            </a:r>
            <a:endParaRPr kumimoji="1" lang="ko-Kore-KR" altLang="en-US" sz="1400" b="1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3569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83A730-359B-E65E-27A1-F919714FFA8B}"/>
              </a:ext>
            </a:extLst>
          </p:cNvPr>
          <p:cNvGrpSpPr/>
          <p:nvPr/>
        </p:nvGrpSpPr>
        <p:grpSpPr>
          <a:xfrm>
            <a:off x="611560" y="1026794"/>
            <a:ext cx="7673340" cy="1206784"/>
            <a:chOff x="611560" y="756634"/>
            <a:chExt cx="7673340" cy="1206784"/>
          </a:xfrm>
        </p:grpSpPr>
        <p:sp>
          <p:nvSpPr>
            <p:cNvPr id="5" name="TextBox 4"/>
            <p:cNvSpPr txBox="1">
              <a:spLocks/>
            </p:cNvSpPr>
            <p:nvPr/>
          </p:nvSpPr>
          <p:spPr>
            <a:xfrm>
              <a:off x="611560" y="75663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eaLnBrk="0">
                <a:lnSpc>
                  <a:spcPct val="114999"/>
                </a:lnSpc>
                <a:spcBef>
                  <a:spcPts val="400"/>
                </a:spcBef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[1405].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명의 성적을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입력받아서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총점과 평균을 출력하는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7F026B9-F2E1-F9FE-CBAF-574D248C977D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DD656585-5D4C-4846-3F50-ED3A4635D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D261A5C-91CC-4E05-63A2-9688E4A58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4D3F3B-D49E-4176-BE02-828D78FCDC60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425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4A2B6C-024D-5DDB-849A-8B65D4FC48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E3C2D-0994-2C52-D271-0783CD5AB4CF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5CE02-0087-C2AA-7CCC-3C07F0E95F17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10807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sum : 429.0</a:t>
                </a:r>
              </a:p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avg :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85.8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7091B57-A50A-F77F-A6CF-D2A992AD7A5B}"/>
              </a:ext>
            </a:extLst>
          </p:cNvPr>
          <p:cNvGrpSpPr/>
          <p:nvPr/>
        </p:nvGrpSpPr>
        <p:grpSpPr>
          <a:xfrm>
            <a:off x="598307" y="2642134"/>
            <a:ext cx="7673340" cy="1361545"/>
            <a:chOff x="611560" y="739079"/>
            <a:chExt cx="7673340" cy="13615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693D70-980C-A4FE-D5DC-8298C14A3E17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5564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eaLnBrk="0">
                <a:lnSpc>
                  <a:spcPct val="114999"/>
                </a:lnSpc>
                <a:spcBef>
                  <a:spcPts val="400"/>
                </a:spcBef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[1406].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이하의 과목 수 </a:t>
              </a:r>
              <a:r>
                <a:rPr lang="en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후 과목의 점수를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입력받아서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평균을 구하여 출력하고 평균이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80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점 이상이면 “</a:t>
              </a:r>
              <a:r>
                <a:rPr lang="en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pass”,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아니면 “</a:t>
              </a:r>
              <a:r>
                <a:rPr lang="en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fail”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이라고 출력하는 프로그램을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8B1E9C2-794A-42D3-8946-A79E503C4F8B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686563"/>
              <a:chOff x="790726" y="1414061"/>
              <a:chExt cx="6877618" cy="686563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0550D48D-F1A3-AE6C-54AA-001C35CEFF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683306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BC1A2588-2FAB-5161-B7B9-B09DA130ED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5BF24B-AB59-6364-F777-5F1EB34DCCB1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0919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0E0C73-FD32-1658-97CD-3C242DD36823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34269E-D97F-CE54-CD94-5E62F00ED392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095A5F-C68D-C96B-34D2-49962A44B9B4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9877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sum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: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82.5</a:t>
                </a:r>
              </a:p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pass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1660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F633-1669-5D0B-1800-2F2CA5CD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DFDFA8-45AC-1325-017B-A7A9F79B068D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1D4BD6-7C06-C383-5FE4-DC1E0CBC61AC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5D9A69C-21E5-000C-741A-36D596BC4FC7}"/>
              </a:ext>
            </a:extLst>
          </p:cNvPr>
          <p:cNvGrpSpPr/>
          <p:nvPr/>
        </p:nvGrpSpPr>
        <p:grpSpPr>
          <a:xfrm>
            <a:off x="611560" y="1026794"/>
            <a:ext cx="7673340" cy="1206784"/>
            <a:chOff x="611560" y="756634"/>
            <a:chExt cx="7673340" cy="12067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670098-5F91-C0EC-83C3-2D29A86C6FF5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56634"/>
              <a:ext cx="7673340" cy="5640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eaLnBrk="0">
                <a:lnSpc>
                  <a:spcPct val="114999"/>
                </a:lnSpc>
                <a:spcBef>
                  <a:spcPts val="400"/>
                </a:spcBef>
              </a:pP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[1405].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5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명의 성적을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입력받아서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총점과 평균을 출력하는 프로그램을 </a:t>
              </a:r>
              <a:r>
                <a:rPr lang="ko-KR" altLang="en-US" sz="1400" b="0" strike="noStrike" cap="none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endPara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  <a:p>
              <a:pPr marL="393065" indent="0" algn="l" defTabSz="914400" eaLnBrk="0" fontAlgn="auto">
                <a:lnSpc>
                  <a:spcPct val="114999"/>
                </a:lnSpc>
                <a:spcBef>
                  <a:spcPts val="300"/>
                </a:spcBef>
                <a:spcAft>
                  <a:spcPts val="0"/>
                </a:spcAft>
                <a:buFontTx/>
                <a:buNone/>
              </a:pP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20D8CB9-3D18-A7CC-BCC0-4455456ADE8C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549357"/>
              <a:chOff x="790726" y="1414061"/>
              <a:chExt cx="6877618" cy="549357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39328983-3E3B-AEB8-B2D2-98BEF21BC8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546100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B38A6887-82EB-567D-F248-F006AB9FD9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9A2EB8-0D33-71E7-DF3D-8AB3FB1D11F3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425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100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66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88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9C3EA2-DC72-EF51-5FE8-F47804580628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D45E7B-F51C-1E58-889D-2523BA077F30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BB60F-DE59-02D2-65D9-0705D4F1ED06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10807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sum : 429.0</a:t>
                </a:r>
              </a:p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avg :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85.8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27FD11E-284C-FE39-E11F-C3140F818F71}"/>
              </a:ext>
            </a:extLst>
          </p:cNvPr>
          <p:cNvSpPr txBox="1"/>
          <p:nvPr/>
        </p:nvSpPr>
        <p:spPr>
          <a:xfrm>
            <a:off x="2699792" y="2499742"/>
            <a:ext cx="5508104" cy="1744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avg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6):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sum += a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avg = sum / 5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print("sum =", sum)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print("avg =", avg)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985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17CC5-C19D-BA50-CC7F-496633B4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4BACFB-3D4E-5D2B-E03A-D5B81C5A6C09}"/>
              </a:ext>
            </a:extLst>
          </p:cNvPr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B8344F-6E76-CB03-4025-2FB7874E3174}"/>
              </a:ext>
            </a:extLst>
          </p:cNvPr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7566F80-DC08-75F9-45C9-40617BCD34F1}"/>
              </a:ext>
            </a:extLst>
          </p:cNvPr>
          <p:cNvGrpSpPr/>
          <p:nvPr/>
        </p:nvGrpSpPr>
        <p:grpSpPr>
          <a:xfrm>
            <a:off x="504686" y="987574"/>
            <a:ext cx="7673340" cy="1361545"/>
            <a:chOff x="611560" y="739079"/>
            <a:chExt cx="7673340" cy="13615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7AADEB-6CAA-3C7C-7A2D-A1DBA2F88DA5}"/>
                </a:ext>
              </a:extLst>
            </p:cNvPr>
            <p:cNvSpPr txBox="1">
              <a:spLocks/>
            </p:cNvSpPr>
            <p:nvPr/>
          </p:nvSpPr>
          <p:spPr>
            <a:xfrm>
              <a:off x="611560" y="739079"/>
              <a:ext cx="7673340" cy="5564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eaLnBrk="0">
                <a:lnSpc>
                  <a:spcPct val="114999"/>
                </a:lnSpc>
                <a:spcBef>
                  <a:spcPts val="400"/>
                </a:spcBef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[1406].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10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이하의 과목 수 </a:t>
              </a:r>
              <a:r>
                <a:rPr lang="en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n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을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입력받은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후 과목의 점수를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입력받아서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평균을 구하여 출력하고 평균이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80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점 이상이면 “</a:t>
              </a:r>
              <a:r>
                <a:rPr lang="en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pass”,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아니면 “</a:t>
              </a:r>
              <a:r>
                <a:rPr lang="en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fail”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이라고 출력하는 프로그램을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작성하시오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.</a:t>
              </a: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2LotteMartDreamMedium" panose="02020603020101020101" pitchFamily="18" charset="-127"/>
                  <a:ea typeface="12LotteMartDreamMedium" panose="02020603020101020101" pitchFamily="18" charset="-127"/>
                </a:rPr>
                <a:t> </a:t>
              </a:r>
              <a:endParaRPr lang="ko-KR" altLang="en-US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3B23CE4-5C53-E47E-2B30-094A1495388B}"/>
                </a:ext>
              </a:extLst>
            </p:cNvPr>
            <p:cNvGrpSpPr/>
            <p:nvPr/>
          </p:nvGrpSpPr>
          <p:grpSpPr>
            <a:xfrm>
              <a:off x="790726" y="1414061"/>
              <a:ext cx="6877618" cy="686563"/>
              <a:chOff x="790726" y="1414061"/>
              <a:chExt cx="6877618" cy="686563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E7A2488F-BBE0-3935-C882-FA97BABC1A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8814"/>
              <a:stretch/>
            </p:blipFill>
            <p:spPr>
              <a:xfrm>
                <a:off x="1475655" y="1417318"/>
                <a:ext cx="2762737" cy="683306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78EDA3A1-FFE5-ADAC-7270-4BB59B9D67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8814"/>
              <a:stretch/>
            </p:blipFill>
            <p:spPr>
              <a:xfrm>
                <a:off x="5508104" y="1414061"/>
                <a:ext cx="2160240" cy="5461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10338A-D14D-2628-2C05-AE366DE72D19}"/>
                  </a:ext>
                </a:extLst>
              </p:cNvPr>
              <p:cNvSpPr txBox="1"/>
              <p:nvPr/>
            </p:nvSpPr>
            <p:spPr>
              <a:xfrm>
                <a:off x="1547664" y="1482338"/>
                <a:ext cx="10919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4</a:t>
                </a:r>
              </a:p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75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80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85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90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EA4EB-BF96-31BA-D902-E6F3F7122B96}"/>
                  </a:ext>
                </a:extLst>
              </p:cNvPr>
              <p:cNvSpPr txBox="1"/>
              <p:nvPr/>
            </p:nvSpPr>
            <p:spPr>
              <a:xfrm>
                <a:off x="790726" y="1448708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입력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C020B2-4CF2-3CF7-40A6-A60D410DF671}"/>
                  </a:ext>
                </a:extLst>
              </p:cNvPr>
              <p:cNvSpPr txBox="1"/>
              <p:nvPr/>
            </p:nvSpPr>
            <p:spPr>
              <a:xfrm>
                <a:off x="4751166" y="1414061"/>
                <a:ext cx="756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[</a:t>
                </a:r>
                <a:r>
                  <a:rPr kumimoji="1" lang="ko-KR" altLang="en-US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출력 예</a:t>
                </a:r>
                <a:r>
                  <a:rPr kumimoji="1" lang="en-US" altLang="ko-KR" sz="1200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]</a:t>
                </a:r>
                <a:endParaRPr kumimoji="1" lang="ko-Kore-KR" altLang="en-US" sz="1200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632D70-3909-4500-2BF4-21934736B3CF}"/>
                  </a:ext>
                </a:extLst>
              </p:cNvPr>
              <p:cNvSpPr txBox="1"/>
              <p:nvPr/>
            </p:nvSpPr>
            <p:spPr>
              <a:xfrm>
                <a:off x="5548450" y="1417430"/>
                <a:ext cx="9877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sum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:</a:t>
                </a:r>
                <a:r>
                  <a:rPr kumimoji="1" lang="ko-KR" altLang="en-US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 </a:t>
                </a:r>
                <a:r>
                  <a:rPr kumimoji="1" lang="en-US" altLang="ko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82.5</a:t>
                </a:r>
              </a:p>
              <a:p>
                <a:r>
                  <a:rPr kumimoji="1" lang="en-US" altLang="ko-Kore-KR" sz="1400" b="1" dirty="0">
                    <a:latin typeface="12LotteMartDreamMedium" panose="02020603020101020101" pitchFamily="18" charset="-127"/>
                    <a:ea typeface="12LotteMartDreamMedium" panose="02020603020101020101" pitchFamily="18" charset="-127"/>
                  </a:rPr>
                  <a:t>pass</a:t>
                </a:r>
                <a:endParaRPr kumimoji="1" lang="ko-Kore-KR" altLang="en-US" sz="1400" b="1" dirty="0">
                  <a:latin typeface="12LotteMartDreamMedium" panose="02020603020101020101" pitchFamily="18" charset="-127"/>
                  <a:ea typeface="12LotteMartDreamMedium" panose="02020603020101020101" pitchFamily="18" charset="-127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49A7D28-8DD4-882C-52D8-A2C2C552C729}"/>
              </a:ext>
            </a:extLst>
          </p:cNvPr>
          <p:cNvSpPr txBox="1"/>
          <p:nvPr/>
        </p:nvSpPr>
        <p:spPr>
          <a:xfrm>
            <a:off x="3131840" y="2427734"/>
            <a:ext cx="55081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n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sum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avg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n+1):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sum += a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avg = sum / n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print("avg : ", avg)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 avg &gt;= 80 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print("Pass")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else: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print("fail")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5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최대값 구하기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0A66-4B1E-F0B4-9DA6-8E729CC178C6}"/>
              </a:ext>
            </a:extLst>
          </p:cNvPr>
          <p:cNvSpPr txBox="1"/>
          <p:nvPr/>
        </p:nvSpPr>
        <p:spPr>
          <a:xfrm>
            <a:off x="663931" y="922199"/>
            <a:ext cx="71287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저장된 수 중 제일 큰 수 찾기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(max)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1. max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제일 작은 값을 설정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입력된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max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보다 큰 경우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if( x &gt; max 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3. max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변경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max = x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E4DDA4-9E0C-D511-0417-2A42BD8C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05" y="2261434"/>
            <a:ext cx="1841500" cy="25273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DF9B9C7-E25C-69C9-1462-439C6E1C9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685396"/>
            <a:ext cx="1841500" cy="304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05178C-BE3E-FC87-E359-20DCC874B81E}"/>
              </a:ext>
            </a:extLst>
          </p:cNvPr>
          <p:cNvSpPr txBox="1"/>
          <p:nvPr/>
        </p:nvSpPr>
        <p:spPr>
          <a:xfrm>
            <a:off x="4071769" y="2693441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3147940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85087" y="859461"/>
            <a:ext cx="8145145" cy="62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[1407].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아래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개의 수 중 가장 큰 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최대값 구하기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5D284-CCE5-EE07-BD99-F75E43B01D83}"/>
              </a:ext>
            </a:extLst>
          </p:cNvPr>
          <p:cNvSpPr txBox="1">
            <a:spLocks/>
          </p:cNvSpPr>
          <p:nvPr/>
        </p:nvSpPr>
        <p:spPr>
          <a:xfrm>
            <a:off x="483464" y="2571750"/>
            <a:ext cx="8145145" cy="142436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[1408].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아래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개의 수 중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미만의 수 중 가장 큰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입력으로 주어지는 정수는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-1000~1000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을 넘지 않는다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)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517B45-36BE-EB96-F407-72E3C8F6E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79048"/>
            <a:ext cx="1656184" cy="12678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DD88CD-3BF2-5DD1-B773-841BD3055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592" y="1279048"/>
            <a:ext cx="1841500" cy="317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D42A342-1E28-7319-8822-431660CF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7" y="3113062"/>
            <a:ext cx="1396327" cy="197896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B0B1DF7-0301-6A0B-C5D5-442991276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692" y="3204843"/>
            <a:ext cx="1765300" cy="271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030DEF-C995-CEDE-9EDB-2229B3220F32}"/>
              </a:ext>
            </a:extLst>
          </p:cNvPr>
          <p:cNvSpPr txBox="1"/>
          <p:nvPr/>
        </p:nvSpPr>
        <p:spPr>
          <a:xfrm>
            <a:off x="700527" y="1265176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45BC5-40A3-DB16-ECE5-2D6B2688B83C}"/>
              </a:ext>
            </a:extLst>
          </p:cNvPr>
          <p:cNvSpPr txBox="1"/>
          <p:nvPr/>
        </p:nvSpPr>
        <p:spPr>
          <a:xfrm>
            <a:off x="567209" y="3201861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6B86F-9789-4A60-94D5-5810DAF3059C}"/>
              </a:ext>
            </a:extLst>
          </p:cNvPr>
          <p:cNvSpPr txBox="1"/>
          <p:nvPr/>
        </p:nvSpPr>
        <p:spPr>
          <a:xfrm>
            <a:off x="3551654" y="1262001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9A761-7E3C-3FC4-F1B0-7AB92CDBF645}"/>
              </a:ext>
            </a:extLst>
          </p:cNvPr>
          <p:cNvSpPr txBox="1"/>
          <p:nvPr/>
        </p:nvSpPr>
        <p:spPr>
          <a:xfrm>
            <a:off x="3551654" y="3199694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239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4D2C-246F-5882-CDF9-C30B31A8D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B1364DF-541A-447B-0AE8-3D4166563ACC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273FE3-0EA6-477E-00DE-7450A9E82E1C}"/>
              </a:ext>
            </a:extLst>
          </p:cNvPr>
          <p:cNvSpPr/>
          <p:nvPr/>
        </p:nvSpPr>
        <p:spPr>
          <a:xfrm>
            <a:off x="485087" y="859461"/>
            <a:ext cx="8145145" cy="62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[1407].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아래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개의 수 중 가장 큰 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81F8-CD99-2605-0113-E01AB874963D}"/>
              </a:ext>
            </a:extLst>
          </p:cNvPr>
          <p:cNvSpPr txBox="1"/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최대값 구하기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2EF65-94E5-7C0F-10F7-256866A69BC9}"/>
              </a:ext>
            </a:extLst>
          </p:cNvPr>
          <p:cNvSpPr txBox="1">
            <a:spLocks/>
          </p:cNvSpPr>
          <p:nvPr/>
        </p:nvSpPr>
        <p:spPr>
          <a:xfrm>
            <a:off x="347345" y="2859675"/>
            <a:ext cx="8145145" cy="142436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[1408].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아래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개의 수 중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미만의 수 중 가장 큰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입력으로 주어지는 정수는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-1000~1000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을 넘지 않는다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)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2A1F7B-7B26-E366-B5B4-FEE5E9B1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79048"/>
            <a:ext cx="1656184" cy="12678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EC0D32-8628-854C-8D87-53DA18921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65" y="1207354"/>
            <a:ext cx="1841500" cy="317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F160CB5-417A-0CB2-20DB-2087BE0CC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346" y="3363839"/>
            <a:ext cx="1396327" cy="177966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EFE89A5-17CA-7D2B-C63C-8E180B46C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391" y="3416563"/>
            <a:ext cx="1765300" cy="2656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64DA95-C392-BB62-7DE7-45800EF3B442}"/>
              </a:ext>
            </a:extLst>
          </p:cNvPr>
          <p:cNvSpPr txBox="1"/>
          <p:nvPr/>
        </p:nvSpPr>
        <p:spPr>
          <a:xfrm>
            <a:off x="700527" y="1265176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3820E-67DC-66C9-C045-4EBC4D2297A6}"/>
              </a:ext>
            </a:extLst>
          </p:cNvPr>
          <p:cNvSpPr txBox="1"/>
          <p:nvPr/>
        </p:nvSpPr>
        <p:spPr>
          <a:xfrm>
            <a:off x="482908" y="3407361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AA068-44B4-7A69-98D5-FA0A86753E58}"/>
              </a:ext>
            </a:extLst>
          </p:cNvPr>
          <p:cNvSpPr txBox="1"/>
          <p:nvPr/>
        </p:nvSpPr>
        <p:spPr>
          <a:xfrm>
            <a:off x="3150296" y="1185077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B048D4-96B3-91BA-74C1-AED50532FBC9}"/>
              </a:ext>
            </a:extLst>
          </p:cNvPr>
          <p:cNvSpPr txBox="1"/>
          <p:nvPr/>
        </p:nvSpPr>
        <p:spPr>
          <a:xfrm>
            <a:off x="3467353" y="3405194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6410D-3DEC-774E-33E6-4FC07FA6287F}"/>
              </a:ext>
            </a:extLst>
          </p:cNvPr>
          <p:cNvSpPr txBox="1"/>
          <p:nvPr/>
        </p:nvSpPr>
        <p:spPr>
          <a:xfrm>
            <a:off x="4919711" y="1246496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max = 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range(1,6):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a &gt; max 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max = a;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print(max)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BAC75-29A0-6CCA-CEB8-670BB286A07E}"/>
              </a:ext>
            </a:extLst>
          </p:cNvPr>
          <p:cNvSpPr txBox="1"/>
          <p:nvPr/>
        </p:nvSpPr>
        <p:spPr>
          <a:xfrm>
            <a:off x="4975971" y="3376567"/>
            <a:ext cx="5508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max = -999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11):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a &lt; 100 and a &gt; max: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max = a;</a:t>
            </a:r>
          </a:p>
          <a:p>
            <a:pPr>
              <a:lnSpc>
                <a:spcPts val="1425"/>
              </a:lnSpc>
            </a:pPr>
            <a:r>
              <a:rPr lang="en-US" altLang="ko-K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print(max)</a:t>
            </a:r>
          </a:p>
          <a:p>
            <a:pPr marL="0" marR="0">
              <a:buNone/>
            </a:pPr>
            <a:endParaRPr lang="en-US" altLang="ko-KR" sz="1400" b="1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893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소</a:t>
            </a: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값 구하기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0A66-4B1E-F0B4-9DA6-8E729CC178C6}"/>
              </a:ext>
            </a:extLst>
          </p:cNvPr>
          <p:cNvSpPr txBox="1"/>
          <p:nvPr/>
        </p:nvSpPr>
        <p:spPr>
          <a:xfrm>
            <a:off x="663931" y="922199"/>
            <a:ext cx="71287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저장된 수 중 제일 작은 수 찾기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(min)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1. min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제일 큰 값을 설정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입력된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min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보다 큰 경우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if( x &lt; min 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3. min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변경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min = x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CF0A89-636C-BE89-8B65-E7CC75353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31" y="2571750"/>
            <a:ext cx="2214405" cy="1800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C9667E-82F8-D1ED-6DEE-94908356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09" y="2690042"/>
            <a:ext cx="1765300" cy="266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AC90FF-5D6E-1ECE-B4FE-62B2186D2E58}"/>
              </a:ext>
            </a:extLst>
          </p:cNvPr>
          <p:cNvSpPr txBox="1"/>
          <p:nvPr/>
        </p:nvSpPr>
        <p:spPr>
          <a:xfrm>
            <a:off x="4211960" y="2654115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712092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11560" y="849346"/>
            <a:ext cx="8145145" cy="142436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[1409].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100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이상의 수 중 가장 작은 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입력으로 주어지는 정수는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 넘지 않는다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)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소</a:t>
            </a: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값 구하기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2994DD-F2C6-E974-0BA3-FEEA6E02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563390"/>
            <a:ext cx="1536440" cy="17464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A4FCA0-A80A-AB26-FF35-00F9FCD1E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629932"/>
            <a:ext cx="1765300" cy="330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EF7A29-FE41-24AE-E634-6DA8590AE0FC}"/>
              </a:ext>
            </a:extLst>
          </p:cNvPr>
          <p:cNvSpPr txBox="1"/>
          <p:nvPr/>
        </p:nvSpPr>
        <p:spPr>
          <a:xfrm>
            <a:off x="830617" y="1563695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BF222-328C-EB23-66C0-E0AB11499A3A}"/>
              </a:ext>
            </a:extLst>
          </p:cNvPr>
          <p:cNvSpPr txBox="1"/>
          <p:nvPr/>
        </p:nvSpPr>
        <p:spPr>
          <a:xfrm>
            <a:off x="3815062" y="1561528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10391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F064E-0D0A-D2D1-3E80-6D51FF2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E3A30EF-B629-0BC4-6540-75E5903F9CDB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36568-D901-B4C1-D9EE-FC8D179B8D87}"/>
              </a:ext>
            </a:extLst>
          </p:cNvPr>
          <p:cNvSpPr txBox="1">
            <a:spLocks/>
          </p:cNvSpPr>
          <p:nvPr/>
        </p:nvSpPr>
        <p:spPr>
          <a:xfrm>
            <a:off x="611560" y="849346"/>
            <a:ext cx="8145145" cy="142436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[1409].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100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이상의 수 중 가장 작은 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입력으로 주어지는 정수는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 넘지 않는다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)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8EFAC-60DA-E49A-0CDE-A71989DEE900}"/>
              </a:ext>
            </a:extLst>
          </p:cNvPr>
          <p:cNvSpPr txBox="1"/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소</a:t>
            </a: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값 구하기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CC6A623-42E5-6A37-0053-82B02A3E8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563390"/>
            <a:ext cx="1536440" cy="17464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969AFD-2AF5-E0C3-4187-DA4828E89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629932"/>
            <a:ext cx="1765300" cy="330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86EF9-A2C2-85AB-F162-E6D83573A2AD}"/>
              </a:ext>
            </a:extLst>
          </p:cNvPr>
          <p:cNvSpPr txBox="1"/>
          <p:nvPr/>
        </p:nvSpPr>
        <p:spPr>
          <a:xfrm>
            <a:off x="830617" y="1563695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43A0FC-A127-CBDB-0F86-3268A2A0E2B7}"/>
              </a:ext>
            </a:extLst>
          </p:cNvPr>
          <p:cNvSpPr txBox="1"/>
          <p:nvPr/>
        </p:nvSpPr>
        <p:spPr>
          <a:xfrm>
            <a:off x="3815062" y="1561528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kumimoji="1" lang="ko-KR" altLang="en-US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출력 예</a:t>
            </a:r>
            <a:r>
              <a:rPr kumimoji="1" lang="en-US" altLang="ko-KR" sz="1200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endParaRPr kumimoji="1" lang="ko-Kore-KR" altLang="en-US" sz="1200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A7A8D-9280-D374-98E4-E19294DA1EA1}"/>
              </a:ext>
            </a:extLst>
          </p:cNvPr>
          <p:cNvSpPr txBox="1"/>
          <p:nvPr/>
        </p:nvSpPr>
        <p:spPr>
          <a:xfrm>
            <a:off x="3956545" y="2213873"/>
            <a:ext cx="5508104" cy="118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min = 1000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altLang="ko-KR" sz="16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in range(1, 9):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a = int(input())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if a &gt;= 100 and  a &lt; min 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    min = a</a:t>
            </a:r>
          </a:p>
          <a:p>
            <a:pPr>
              <a:lnSpc>
                <a:spcPts val="1425"/>
              </a:lnSpc>
            </a:pPr>
            <a:r>
              <a:rPr lang="en-US" altLang="ko-KR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print(min)</a:t>
            </a:r>
          </a:p>
        </p:txBody>
      </p:sp>
    </p:spTree>
    <p:extLst>
      <p:ext uri="{BB962C8B-B14F-4D97-AF65-F5344CB8AC3E}">
        <p14:creationId xmlns:p14="http://schemas.microsoft.com/office/powerpoint/2010/main" val="19505213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07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3539</Words>
  <Application>Microsoft Office PowerPoint</Application>
  <PresentationFormat>화면 슬라이드 쇼(16:9)</PresentationFormat>
  <Paragraphs>597</Paragraphs>
  <Slides>41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4" baseType="lpstr">
      <vt:lpstr>10X10</vt:lpstr>
      <vt:lpstr>10X10 Bold</vt:lpstr>
      <vt:lpstr>12LotteMartDreamLight</vt:lpstr>
      <vt:lpstr>12LotteMartDreamMedium</vt:lpstr>
      <vt:lpstr>12롯데마트드림Bold</vt:lpstr>
      <vt:lpstr>12롯데마트드림Medium</vt:lpstr>
      <vt:lpstr>210 연필스케치 R</vt:lpstr>
      <vt:lpstr>맑은 고딕</vt:lpstr>
      <vt:lpstr>Arial</vt:lpstr>
      <vt:lpstr>Calibri</vt:lpstr>
      <vt:lpstr>Courier New</vt:lpstr>
      <vt:lpstr>Open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77</cp:revision>
  <cp:lastPrinted>2023-05-19T07:07:40Z</cp:lastPrinted>
  <dcterms:created xsi:type="dcterms:W3CDTF">2015-11-19T15:23:17Z</dcterms:created>
  <dcterms:modified xsi:type="dcterms:W3CDTF">2026-05-10T16:47:41Z</dcterms:modified>
  <cp:version>1000.0000.01</cp:version>
</cp:coreProperties>
</file>
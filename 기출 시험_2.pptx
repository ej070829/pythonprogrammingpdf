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6"/>
  </p:notesMasterIdLst>
  <p:handoutMasterIdLst>
    <p:handoutMasterId r:id="rId7"/>
  </p:handoutMasterIdLst>
  <p:sldIdLst>
    <p:sldId id="630" r:id="rId2"/>
    <p:sldId id="612" r:id="rId3"/>
    <p:sldId id="631" r:id="rId4"/>
    <p:sldId id="629" r:id="rId5"/>
  </p:sldIdLst>
  <p:sldSz cx="6551613" cy="9251950"/>
  <p:notesSz cx="6888163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6868"/>
    <a:srgbClr val="1B8F4D"/>
    <a:srgbClr val="B4A298"/>
    <a:srgbClr val="F1F6E8"/>
    <a:srgbClr val="F4F8EC"/>
    <a:srgbClr val="F4FAEB"/>
    <a:srgbClr val="FAFAEF"/>
    <a:srgbClr val="F5FAEA"/>
    <a:srgbClr val="EFF7F3"/>
    <a:srgbClr val="33D9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6613" autoAdjust="0"/>
  </p:normalViewPr>
  <p:slideViewPr>
    <p:cSldViewPr snapToGrid="0">
      <p:cViewPr varScale="1">
        <p:scale>
          <a:sx n="61" d="100"/>
          <a:sy n="61" d="100"/>
        </p:scale>
        <p:origin x="634" y="58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0996"/>
    </p:cViewPr>
  </p:sorterViewPr>
  <p:notesViewPr>
    <p:cSldViewPr snapToGrid="0">
      <p:cViewPr varScale="1">
        <p:scale>
          <a:sx n="69" d="100"/>
          <a:sy n="69" d="100"/>
        </p:scale>
        <p:origin x="3673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2381EF5-F270-AB10-E49E-81E9497CBE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78BEC5-1C29-87BC-899F-E669CE44E4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28FAB-55B8-4AE9-8200-35BC1B06803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7D3BBE-2F68-622A-FA88-A6388EC75B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2024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4F5729-6DFC-2722-731A-3A9110D5D4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2024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1E299-26A2-469E-9825-D47CD762C0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5691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2984871" cy="502835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702" y="0"/>
            <a:ext cx="2984871" cy="502835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r">
              <a:defRPr sz="1300"/>
            </a:lvl1pPr>
          </a:lstStyle>
          <a:p>
            <a:fld id="{A87FF208-5F8C-468A-9EA4-B433B76141F4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46313" y="1252538"/>
            <a:ext cx="2395537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25" tIns="48312" rIns="96625" bIns="4831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3034"/>
            <a:ext cx="5510530" cy="3946118"/>
          </a:xfrm>
          <a:prstGeom prst="rect">
            <a:avLst/>
          </a:prstGeom>
        </p:spPr>
        <p:txBody>
          <a:bodyPr vert="horz" lIns="96625" tIns="48312" rIns="96625" bIns="4831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892856" y="9519054"/>
            <a:ext cx="2984871" cy="50283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0" y="9519054"/>
            <a:ext cx="2984871" cy="50283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l">
              <a:defRPr sz="1300"/>
            </a:lvl1pPr>
          </a:lstStyle>
          <a:p>
            <a:pPr algn="l"/>
            <a:fld id="{D9331E65-C0B2-43A3-AEA0-27572300E6F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9657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1pPr>
    <a:lvl2pPr marL="431002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2pPr>
    <a:lvl3pPr marL="862005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3pPr>
    <a:lvl4pPr marL="1293007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4pPr>
    <a:lvl5pPr marL="172401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5pPr>
    <a:lvl6pPr marL="2155012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6pPr>
    <a:lvl7pPr marL="2586015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7pPr>
    <a:lvl8pPr marL="3017017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8pPr>
    <a:lvl9pPr marL="344802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1371" y="1514151"/>
            <a:ext cx="5568871" cy="3221049"/>
          </a:xfrm>
        </p:spPr>
        <p:txBody>
          <a:bodyPr anchor="b"/>
          <a:lstStyle>
            <a:lvl1pPr algn="ctr">
              <a:defRPr sz="42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8952" y="4859416"/>
            <a:ext cx="4913710" cy="2233746"/>
          </a:xfrm>
        </p:spPr>
        <p:txBody>
          <a:bodyPr/>
          <a:lstStyle>
            <a:lvl1pPr marL="0" indent="0" algn="ctr">
              <a:buNone/>
              <a:defRPr sz="1720"/>
            </a:lvl1pPr>
            <a:lvl2pPr marL="327584" indent="0" algn="ctr">
              <a:buNone/>
              <a:defRPr sz="1433"/>
            </a:lvl2pPr>
            <a:lvl3pPr marL="655168" indent="0" algn="ctr">
              <a:buNone/>
              <a:defRPr sz="1290"/>
            </a:lvl3pPr>
            <a:lvl4pPr marL="982751" indent="0" algn="ctr">
              <a:buNone/>
              <a:defRPr sz="1146"/>
            </a:lvl4pPr>
            <a:lvl5pPr marL="1310335" indent="0" algn="ctr">
              <a:buNone/>
              <a:defRPr sz="1146"/>
            </a:lvl5pPr>
            <a:lvl6pPr marL="1637919" indent="0" algn="ctr">
              <a:buNone/>
              <a:defRPr sz="1146"/>
            </a:lvl6pPr>
            <a:lvl7pPr marL="1965503" indent="0" algn="ctr">
              <a:buNone/>
              <a:defRPr sz="1146"/>
            </a:lvl7pPr>
            <a:lvl8pPr marL="2293087" indent="0" algn="ctr">
              <a:buNone/>
              <a:defRPr sz="1146"/>
            </a:lvl8pPr>
            <a:lvl9pPr marL="2620670" indent="0" algn="ctr">
              <a:buNone/>
              <a:defRPr sz="11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68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416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012" y="2306565"/>
            <a:ext cx="5650766" cy="3848554"/>
          </a:xfrm>
        </p:spPr>
        <p:txBody>
          <a:bodyPr anchor="b"/>
          <a:lstStyle>
            <a:lvl1pPr>
              <a:defRPr sz="42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7012" y="6191528"/>
            <a:ext cx="5650766" cy="2023863"/>
          </a:xfrm>
        </p:spPr>
        <p:txBody>
          <a:bodyPr/>
          <a:lstStyle>
            <a:lvl1pPr marL="0" indent="0">
              <a:buNone/>
              <a:defRPr sz="1720">
                <a:solidFill>
                  <a:schemeClr val="tx1"/>
                </a:solidFill>
              </a:defRPr>
            </a:lvl1pPr>
            <a:lvl2pPr marL="327584" indent="0">
              <a:buNone/>
              <a:defRPr sz="1433">
                <a:solidFill>
                  <a:schemeClr val="tx1">
                    <a:tint val="75000"/>
                  </a:schemeClr>
                </a:solidFill>
              </a:defRPr>
            </a:lvl2pPr>
            <a:lvl3pPr marL="655168" indent="0">
              <a:buNone/>
              <a:defRPr sz="1290">
                <a:solidFill>
                  <a:schemeClr val="tx1">
                    <a:tint val="75000"/>
                  </a:schemeClr>
                </a:solidFill>
              </a:defRPr>
            </a:lvl3pPr>
            <a:lvl4pPr marL="982751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4pPr>
            <a:lvl5pPr marL="1310335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5pPr>
            <a:lvl6pPr marL="1637919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6pPr>
            <a:lvl7pPr marL="1965503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7pPr>
            <a:lvl8pPr marL="2293087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8pPr>
            <a:lvl9pPr marL="2620670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2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0423" y="2462903"/>
            <a:ext cx="2784436" cy="58702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16754" y="2462903"/>
            <a:ext cx="2784436" cy="58702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163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492583"/>
            <a:ext cx="5650766" cy="178828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1277" y="2268014"/>
            <a:ext cx="2771639" cy="1111518"/>
          </a:xfrm>
        </p:spPr>
        <p:txBody>
          <a:bodyPr anchor="b"/>
          <a:lstStyle>
            <a:lvl1pPr marL="0" indent="0">
              <a:buNone/>
              <a:defRPr sz="1720" b="1"/>
            </a:lvl1pPr>
            <a:lvl2pPr marL="327584" indent="0">
              <a:buNone/>
              <a:defRPr sz="1433" b="1"/>
            </a:lvl2pPr>
            <a:lvl3pPr marL="655168" indent="0">
              <a:buNone/>
              <a:defRPr sz="1290" b="1"/>
            </a:lvl3pPr>
            <a:lvl4pPr marL="982751" indent="0">
              <a:buNone/>
              <a:defRPr sz="1146" b="1"/>
            </a:lvl4pPr>
            <a:lvl5pPr marL="1310335" indent="0">
              <a:buNone/>
              <a:defRPr sz="1146" b="1"/>
            </a:lvl5pPr>
            <a:lvl6pPr marL="1637919" indent="0">
              <a:buNone/>
              <a:defRPr sz="1146" b="1"/>
            </a:lvl6pPr>
            <a:lvl7pPr marL="1965503" indent="0">
              <a:buNone/>
              <a:defRPr sz="1146" b="1"/>
            </a:lvl7pPr>
            <a:lvl8pPr marL="2293087" indent="0">
              <a:buNone/>
              <a:defRPr sz="1146" b="1"/>
            </a:lvl8pPr>
            <a:lvl9pPr marL="2620670" indent="0">
              <a:buNone/>
              <a:defRPr sz="11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1277" y="3379532"/>
            <a:ext cx="2771639" cy="49707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16754" y="2268014"/>
            <a:ext cx="2785289" cy="1111518"/>
          </a:xfrm>
        </p:spPr>
        <p:txBody>
          <a:bodyPr anchor="b"/>
          <a:lstStyle>
            <a:lvl1pPr marL="0" indent="0">
              <a:buNone/>
              <a:defRPr sz="1720" b="1"/>
            </a:lvl1pPr>
            <a:lvl2pPr marL="327584" indent="0">
              <a:buNone/>
              <a:defRPr sz="1433" b="1"/>
            </a:lvl2pPr>
            <a:lvl3pPr marL="655168" indent="0">
              <a:buNone/>
              <a:defRPr sz="1290" b="1"/>
            </a:lvl3pPr>
            <a:lvl4pPr marL="982751" indent="0">
              <a:buNone/>
              <a:defRPr sz="1146" b="1"/>
            </a:lvl4pPr>
            <a:lvl5pPr marL="1310335" indent="0">
              <a:buNone/>
              <a:defRPr sz="1146" b="1"/>
            </a:lvl5pPr>
            <a:lvl6pPr marL="1637919" indent="0">
              <a:buNone/>
              <a:defRPr sz="1146" b="1"/>
            </a:lvl6pPr>
            <a:lvl7pPr marL="1965503" indent="0">
              <a:buNone/>
              <a:defRPr sz="1146" b="1"/>
            </a:lvl7pPr>
            <a:lvl8pPr marL="2293087" indent="0">
              <a:buNone/>
              <a:defRPr sz="1146" b="1"/>
            </a:lvl8pPr>
            <a:lvl9pPr marL="2620670" indent="0">
              <a:buNone/>
              <a:defRPr sz="11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16754" y="3379532"/>
            <a:ext cx="2785289" cy="49707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903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670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1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616797"/>
            <a:ext cx="2113066" cy="2158788"/>
          </a:xfrm>
        </p:spPr>
        <p:txBody>
          <a:bodyPr anchor="b"/>
          <a:lstStyle>
            <a:lvl1pPr>
              <a:defRPr sz="229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5289" y="1332112"/>
            <a:ext cx="3316754" cy="6574881"/>
          </a:xfrm>
        </p:spPr>
        <p:txBody>
          <a:bodyPr/>
          <a:lstStyle>
            <a:lvl1pPr>
              <a:defRPr sz="2293"/>
            </a:lvl1pPr>
            <a:lvl2pPr>
              <a:defRPr sz="2006"/>
            </a:lvl2pPr>
            <a:lvl3pPr>
              <a:defRPr sz="1720"/>
            </a:lvl3pPr>
            <a:lvl4pPr>
              <a:defRPr sz="1433"/>
            </a:lvl4pPr>
            <a:lvl5pPr>
              <a:defRPr sz="1433"/>
            </a:lvl5pPr>
            <a:lvl6pPr>
              <a:defRPr sz="1433"/>
            </a:lvl6pPr>
            <a:lvl7pPr>
              <a:defRPr sz="1433"/>
            </a:lvl7pPr>
            <a:lvl8pPr>
              <a:defRPr sz="1433"/>
            </a:lvl8pPr>
            <a:lvl9pPr>
              <a:defRPr sz="14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277" y="2775585"/>
            <a:ext cx="2113066" cy="5142115"/>
          </a:xfrm>
        </p:spPr>
        <p:txBody>
          <a:bodyPr/>
          <a:lstStyle>
            <a:lvl1pPr marL="0" indent="0">
              <a:buNone/>
              <a:defRPr sz="1146"/>
            </a:lvl1pPr>
            <a:lvl2pPr marL="327584" indent="0">
              <a:buNone/>
              <a:defRPr sz="1003"/>
            </a:lvl2pPr>
            <a:lvl3pPr marL="655168" indent="0">
              <a:buNone/>
              <a:defRPr sz="860"/>
            </a:lvl3pPr>
            <a:lvl4pPr marL="982751" indent="0">
              <a:buNone/>
              <a:defRPr sz="717"/>
            </a:lvl4pPr>
            <a:lvl5pPr marL="1310335" indent="0">
              <a:buNone/>
              <a:defRPr sz="717"/>
            </a:lvl5pPr>
            <a:lvl6pPr marL="1637919" indent="0">
              <a:buNone/>
              <a:defRPr sz="717"/>
            </a:lvl6pPr>
            <a:lvl7pPr marL="1965503" indent="0">
              <a:buNone/>
              <a:defRPr sz="717"/>
            </a:lvl7pPr>
            <a:lvl8pPr marL="2293087" indent="0">
              <a:buNone/>
              <a:defRPr sz="717"/>
            </a:lvl8pPr>
            <a:lvl9pPr marL="2620670" indent="0">
              <a:buNone/>
              <a:defRPr sz="71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244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616797"/>
            <a:ext cx="2113066" cy="2158788"/>
          </a:xfrm>
        </p:spPr>
        <p:txBody>
          <a:bodyPr anchor="b"/>
          <a:lstStyle>
            <a:lvl1pPr>
              <a:defRPr sz="229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85289" y="1332112"/>
            <a:ext cx="3316754" cy="6574881"/>
          </a:xfrm>
        </p:spPr>
        <p:txBody>
          <a:bodyPr anchor="t"/>
          <a:lstStyle>
            <a:lvl1pPr marL="0" indent="0">
              <a:buNone/>
              <a:defRPr sz="2293"/>
            </a:lvl1pPr>
            <a:lvl2pPr marL="327584" indent="0">
              <a:buNone/>
              <a:defRPr sz="2006"/>
            </a:lvl2pPr>
            <a:lvl3pPr marL="655168" indent="0">
              <a:buNone/>
              <a:defRPr sz="1720"/>
            </a:lvl3pPr>
            <a:lvl4pPr marL="982751" indent="0">
              <a:buNone/>
              <a:defRPr sz="1433"/>
            </a:lvl4pPr>
            <a:lvl5pPr marL="1310335" indent="0">
              <a:buNone/>
              <a:defRPr sz="1433"/>
            </a:lvl5pPr>
            <a:lvl6pPr marL="1637919" indent="0">
              <a:buNone/>
              <a:defRPr sz="1433"/>
            </a:lvl6pPr>
            <a:lvl7pPr marL="1965503" indent="0">
              <a:buNone/>
              <a:defRPr sz="1433"/>
            </a:lvl7pPr>
            <a:lvl8pPr marL="2293087" indent="0">
              <a:buNone/>
              <a:defRPr sz="1433"/>
            </a:lvl8pPr>
            <a:lvl9pPr marL="2620670" indent="0">
              <a:buNone/>
              <a:defRPr sz="1433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277" y="2775585"/>
            <a:ext cx="2113066" cy="5142115"/>
          </a:xfrm>
        </p:spPr>
        <p:txBody>
          <a:bodyPr/>
          <a:lstStyle>
            <a:lvl1pPr marL="0" indent="0">
              <a:buNone/>
              <a:defRPr sz="1146"/>
            </a:lvl1pPr>
            <a:lvl2pPr marL="327584" indent="0">
              <a:buNone/>
              <a:defRPr sz="1003"/>
            </a:lvl2pPr>
            <a:lvl3pPr marL="655168" indent="0">
              <a:buNone/>
              <a:defRPr sz="860"/>
            </a:lvl3pPr>
            <a:lvl4pPr marL="982751" indent="0">
              <a:buNone/>
              <a:defRPr sz="717"/>
            </a:lvl4pPr>
            <a:lvl5pPr marL="1310335" indent="0">
              <a:buNone/>
              <a:defRPr sz="717"/>
            </a:lvl5pPr>
            <a:lvl6pPr marL="1637919" indent="0">
              <a:buNone/>
              <a:defRPr sz="717"/>
            </a:lvl6pPr>
            <a:lvl7pPr marL="1965503" indent="0">
              <a:buNone/>
              <a:defRPr sz="717"/>
            </a:lvl7pPr>
            <a:lvl8pPr marL="2293087" indent="0">
              <a:buNone/>
              <a:defRPr sz="717"/>
            </a:lvl8pPr>
            <a:lvl9pPr marL="2620670" indent="0">
              <a:buNone/>
              <a:defRPr sz="71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028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869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88498" y="492581"/>
            <a:ext cx="1412692" cy="78406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0424" y="492581"/>
            <a:ext cx="4156179" cy="78406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603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37DFE21-A543-D248-FD33-435A68893D12}"/>
              </a:ext>
            </a:extLst>
          </p:cNvPr>
          <p:cNvSpPr txBox="1"/>
          <p:nvPr/>
        </p:nvSpPr>
        <p:spPr>
          <a:xfrm>
            <a:off x="387802" y="179975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전체 사이즈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18.2*25.7cm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인쇄 가이드 </a:t>
            </a:r>
            <a:r>
              <a:rPr lang="ko-KR" altLang="en-US" sz="1681" b="1" spc="280" dirty="0" err="1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양옆위아래</a:t>
            </a: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0.5cm</a:t>
            </a:r>
          </a:p>
        </p:txBody>
      </p:sp>
      <p:sp>
        <p:nvSpPr>
          <p:cNvPr id="85" name="슬라이드 번호 개체 틀 17">
            <a:extLst>
              <a:ext uri="{FF2B5EF4-FFF2-40B4-BE49-F238E27FC236}">
                <a16:creationId xmlns:a16="http://schemas.microsoft.com/office/drawing/2014/main" id="{0F721311-D04A-9267-ED67-5CD86DA7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62663" y="8384512"/>
            <a:ext cx="1474113" cy="492581"/>
          </a:xfrm>
        </p:spPr>
        <p:txBody>
          <a:bodyPr/>
          <a:lstStyle/>
          <a:p>
            <a:r>
              <a:rPr lang="en-US" altLang="ko-KR" sz="934" dirty="0"/>
              <a:t>0</a:t>
            </a:r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F7F101-0585-6B9F-9FC0-6D6FC1001F0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08CE3C-53AC-ADD3-1CE3-3C7EF195E8E7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23ADFC-5724-79C7-478C-F8E7E0C873A6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876C4-E0F8-3C01-CD1A-88A2B8B0B048}"/>
              </a:ext>
            </a:extLst>
          </p:cNvPr>
          <p:cNvSpPr txBox="1"/>
          <p:nvPr userDrawn="1"/>
        </p:nvSpPr>
        <p:spPr>
          <a:xfrm>
            <a:off x="376991" y="2114604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페이지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2.5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위쪽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아래쪽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 </a:t>
            </a:r>
          </a:p>
        </p:txBody>
      </p:sp>
    </p:spTree>
    <p:extLst>
      <p:ext uri="{BB962C8B-B14F-4D97-AF65-F5344CB8AC3E}">
        <p14:creationId xmlns:p14="http://schemas.microsoft.com/office/powerpoint/2010/main" val="3187289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61713A-B93B-B9AD-D04A-C485DB6D6A1B}"/>
              </a:ext>
            </a:extLst>
          </p:cNvPr>
          <p:cNvSpPr txBox="1"/>
          <p:nvPr userDrawn="1"/>
        </p:nvSpPr>
        <p:spPr>
          <a:xfrm>
            <a:off x="387802" y="179975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전체 사이즈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18.2*25.7cm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인쇄 가이드 </a:t>
            </a:r>
            <a:r>
              <a:rPr lang="ko-KR" altLang="en-US" sz="1681" b="1" spc="280" dirty="0" err="1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양옆위아래</a:t>
            </a: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0.5cm</a:t>
            </a:r>
          </a:p>
        </p:txBody>
      </p:sp>
      <p:sp>
        <p:nvSpPr>
          <p:cNvPr id="4" name="슬라이드 번호 개체 틀 17">
            <a:extLst>
              <a:ext uri="{FF2B5EF4-FFF2-40B4-BE49-F238E27FC236}">
                <a16:creationId xmlns:a16="http://schemas.microsoft.com/office/drawing/2014/main" id="{38136E1D-18B2-917E-8A59-92A98F9C3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469" y="8384512"/>
            <a:ext cx="1474113" cy="492581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ko-KR" sz="934"/>
              <a:t>0</a:t>
            </a:r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5B7E4A-ACCA-8884-9100-DE16FCA1FEB3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6D929B-E2F6-42A4-AE52-0B71566D8CEB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1E1A8F-E87C-E270-0E81-92FC88CD683F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6F9729-ED8B-606C-955F-F4EA52A8AB8F}"/>
              </a:ext>
            </a:extLst>
          </p:cNvPr>
          <p:cNvSpPr txBox="1"/>
          <p:nvPr userDrawn="1"/>
        </p:nvSpPr>
        <p:spPr>
          <a:xfrm>
            <a:off x="376991" y="2114604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페이지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2.5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위쪽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아래쪽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 </a:t>
            </a:r>
          </a:p>
        </p:txBody>
      </p:sp>
    </p:spTree>
    <p:extLst>
      <p:ext uri="{BB962C8B-B14F-4D97-AF65-F5344CB8AC3E}">
        <p14:creationId xmlns:p14="http://schemas.microsoft.com/office/powerpoint/2010/main" val="1514577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08AD72E-6B7A-B8DC-C91B-607F2F4D9CCF}"/>
              </a:ext>
            </a:extLst>
          </p:cNvPr>
          <p:cNvCxnSpPr>
            <a:cxnSpLocks/>
          </p:cNvCxnSpPr>
          <p:nvPr userDrawn="1"/>
        </p:nvCxnSpPr>
        <p:spPr>
          <a:xfrm>
            <a:off x="2620645" y="4390231"/>
            <a:ext cx="3103007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92626397-EC88-1CEF-4F6C-1D113483D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463" y="699254"/>
            <a:ext cx="653334" cy="608808"/>
          </a:xfrm>
          <a:prstGeom prst="rect">
            <a:avLst/>
          </a:prstGeom>
        </p:spPr>
      </p:pic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4F5CFFB1-1B2A-C890-8414-1DDEA0DBB87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620645" y="4434391"/>
            <a:ext cx="3107006" cy="4925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868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제목</a:t>
            </a:r>
            <a:r>
              <a:rPr lang="en-US" altLang="ko-KR" dirty="0"/>
              <a:t>[</a:t>
            </a:r>
            <a:r>
              <a:rPr lang="ko-KR" altLang="en-US" dirty="0" err="1"/>
              <a:t>맑은고딕</a:t>
            </a:r>
            <a:r>
              <a:rPr lang="en-US" altLang="ko-KR" dirty="0"/>
              <a:t>:20]</a:t>
            </a:r>
          </a:p>
        </p:txBody>
      </p:sp>
      <p:sp>
        <p:nvSpPr>
          <p:cNvPr id="102" name="Title 1">
            <a:extLst>
              <a:ext uri="{FF2B5EF4-FFF2-40B4-BE49-F238E27FC236}">
                <a16:creationId xmlns:a16="http://schemas.microsoft.com/office/drawing/2014/main" id="{4175E15D-E067-24D4-D64B-DF7DFE269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91977" y="2908638"/>
            <a:ext cx="1674028" cy="1548826"/>
          </a:xfrm>
        </p:spPr>
        <p:txBody>
          <a:bodyPr>
            <a:noAutofit/>
          </a:bodyPr>
          <a:lstStyle>
            <a:lvl1pPr algn="r">
              <a:defRPr sz="14010" b="0">
                <a:solidFill>
                  <a:srgbClr val="1A8F4E"/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1</a:t>
            </a:r>
            <a:endParaRPr lang="en-US" dirty="0"/>
          </a:p>
        </p:txBody>
      </p:sp>
      <p:sp>
        <p:nvSpPr>
          <p:cNvPr id="3" name="슬라이드 번호 개체 틀 17">
            <a:extLst>
              <a:ext uri="{FF2B5EF4-FFF2-40B4-BE49-F238E27FC236}">
                <a16:creationId xmlns:a16="http://schemas.microsoft.com/office/drawing/2014/main" id="{55FBD318-9A3E-3F8D-E7C0-BB425F7F743B}"/>
              </a:ext>
            </a:extLst>
          </p:cNvPr>
          <p:cNvSpPr txBox="1">
            <a:spLocks/>
          </p:cNvSpPr>
          <p:nvPr userDrawn="1"/>
        </p:nvSpPr>
        <p:spPr>
          <a:xfrm>
            <a:off x="4162663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0DFA0C-7E7B-207C-349F-BC03697201D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rgbClr val="F4F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8965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B956AE5-F4F4-A612-B198-014282A8EC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32536" y="1345366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59032D6-D55B-F869-9D5F-EB72901D2C90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096219" y="1519749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7A4DA47-ADB8-24C7-34B1-86F1078D883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032160" y="3555830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414C7BC-72C7-E330-2913-E82A9BE0F36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095843" y="3730213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97FC946D-0960-E2A9-7C8A-4CF7376A455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65987" y="806505"/>
            <a:ext cx="3733114" cy="248967"/>
          </a:xfrm>
          <a:prstGeom prst="rect">
            <a:avLst/>
          </a:prstGeom>
          <a:solidFill>
            <a:srgbClr val="1B8F4D"/>
          </a:solidFill>
          <a:ln>
            <a:solidFill>
              <a:srgbClr val="1B8F4D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121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:12, </a:t>
            </a:r>
            <a:r>
              <a:rPr lang="ko-KR" altLang="en-US" dirty="0"/>
              <a:t>흰색</a:t>
            </a:r>
            <a:r>
              <a:rPr lang="en-US" altLang="ko-KR" dirty="0"/>
              <a:t>]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DBA931E-C5E9-C84A-9FC7-4DE42F8273C4}"/>
              </a:ext>
            </a:extLst>
          </p:cNvPr>
          <p:cNvSpPr/>
          <p:nvPr userDrawn="1"/>
        </p:nvSpPr>
        <p:spPr>
          <a:xfrm>
            <a:off x="16589" y="41044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슬라이드 번호 개체 틀 17">
            <a:extLst>
              <a:ext uri="{FF2B5EF4-FFF2-40B4-BE49-F238E27FC236}">
                <a16:creationId xmlns:a16="http://schemas.microsoft.com/office/drawing/2014/main" id="{2CD5B5F3-5FB2-D653-B975-50A061E3DA15}"/>
              </a:ext>
            </a:extLst>
          </p:cNvPr>
          <p:cNvSpPr txBox="1">
            <a:spLocks/>
          </p:cNvSpPr>
          <p:nvPr userDrawn="1"/>
        </p:nvSpPr>
        <p:spPr>
          <a:xfrm>
            <a:off x="4502754" y="8443103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</p:spTree>
    <p:extLst>
      <p:ext uri="{BB962C8B-B14F-4D97-AF65-F5344CB8AC3E}">
        <p14:creationId xmlns:p14="http://schemas.microsoft.com/office/powerpoint/2010/main" val="1485105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다른 페이지 연결선 2">
            <a:extLst>
              <a:ext uri="{FF2B5EF4-FFF2-40B4-BE49-F238E27FC236}">
                <a16:creationId xmlns:a16="http://schemas.microsoft.com/office/drawing/2014/main" id="{50C7C422-96C6-B4F4-5C97-7AED9DABAB22}"/>
              </a:ext>
            </a:extLst>
          </p:cNvPr>
          <p:cNvSpPr/>
          <p:nvPr userDrawn="1"/>
        </p:nvSpPr>
        <p:spPr>
          <a:xfrm>
            <a:off x="995979" y="658402"/>
            <a:ext cx="477816" cy="467138"/>
          </a:xfrm>
          <a:prstGeom prst="flowChartOffpageConnector">
            <a:avLst/>
          </a:prstGeom>
          <a:solidFill>
            <a:srgbClr val="1B8F4D"/>
          </a:solidFill>
          <a:ln>
            <a:solidFill>
              <a:srgbClr val="1B8F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4F0F969-E5FF-233A-2832-0DDEE00A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579" y="782798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rgbClr val="1A8F4E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1FDE23F-536D-0DE6-6105-B51C435724FD}"/>
              </a:ext>
            </a:extLst>
          </p:cNvPr>
          <p:cNvCxnSpPr>
            <a:cxnSpLocks/>
          </p:cNvCxnSpPr>
          <p:nvPr userDrawn="1"/>
        </p:nvCxnSpPr>
        <p:spPr>
          <a:xfrm>
            <a:off x="1504365" y="1059335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020DAE1-350E-198E-FCB0-48E5664FC4F4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915427" y="1202197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9F29073-9D7F-6DB3-5AE6-5132B5823F18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슬라이드 번호 개체 틀 17">
            <a:extLst>
              <a:ext uri="{FF2B5EF4-FFF2-40B4-BE49-F238E27FC236}">
                <a16:creationId xmlns:a16="http://schemas.microsoft.com/office/drawing/2014/main" id="{89BB69F5-D9D6-467B-E0B8-632AEABB2832}"/>
              </a:ext>
            </a:extLst>
          </p:cNvPr>
          <p:cNvSpPr txBox="1">
            <a:spLocks/>
          </p:cNvSpPr>
          <p:nvPr userDrawn="1"/>
        </p:nvSpPr>
        <p:spPr>
          <a:xfrm>
            <a:off x="574746" y="8503449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934" smtClean="0"/>
              <a:pPr algn="l"/>
              <a:t>‹#›</a:t>
            </a:fld>
            <a:endParaRPr lang="ko-KR" altLang="en-US" sz="934" dirty="0"/>
          </a:p>
        </p:txBody>
      </p:sp>
    </p:spTree>
    <p:extLst>
      <p:ext uri="{BB962C8B-B14F-4D97-AF65-F5344CB8AC3E}">
        <p14:creationId xmlns:p14="http://schemas.microsoft.com/office/powerpoint/2010/main" val="18690658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7E2519A-3B07-6FCD-8588-7355A95BE1DE}"/>
              </a:ext>
            </a:extLst>
          </p:cNvPr>
          <p:cNvSpPr txBox="1">
            <a:spLocks/>
          </p:cNvSpPr>
          <p:nvPr userDrawn="1"/>
        </p:nvSpPr>
        <p:spPr>
          <a:xfrm>
            <a:off x="1569623" y="150665"/>
            <a:ext cx="3824236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1494" dirty="0"/>
              <a:t>오른쪽</a:t>
            </a:r>
            <a:endParaRPr lang="en-US" sz="1494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D70C2A-924D-63C1-A6F0-289C5530E792}"/>
              </a:ext>
            </a:extLst>
          </p:cNvPr>
          <p:cNvSpPr/>
          <p:nvPr userDrawn="1"/>
        </p:nvSpPr>
        <p:spPr>
          <a:xfrm>
            <a:off x="11057" y="808"/>
            <a:ext cx="6173305" cy="817377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56C269-A5D9-2686-A4FE-7F1F2217658F}"/>
              </a:ext>
            </a:extLst>
          </p:cNvPr>
          <p:cNvSpPr/>
          <p:nvPr userDrawn="1"/>
        </p:nvSpPr>
        <p:spPr>
          <a:xfrm>
            <a:off x="843561" y="688529"/>
            <a:ext cx="4766685" cy="685525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20317-9E38-3F56-C479-CADF21D82103}"/>
              </a:ext>
            </a:extLst>
          </p:cNvPr>
          <p:cNvSpPr txBox="1"/>
          <p:nvPr userDrawn="1"/>
        </p:nvSpPr>
        <p:spPr>
          <a:xfrm>
            <a:off x="1969588" y="5672131"/>
            <a:ext cx="2617448" cy="609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362" b="0" dirty="0">
                <a:solidFill>
                  <a:prstClr val="white">
                    <a:lumMod val="65000"/>
                  </a:prst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감사합니다</a:t>
            </a:r>
            <a:r>
              <a:rPr lang="en-US" altLang="ko-KR" sz="3362" b="0" dirty="0">
                <a:solidFill>
                  <a:prstClr val="white">
                    <a:lumMod val="65000"/>
                  </a:prst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  <a:endParaRPr lang="ko-KR" altLang="en-US" sz="3362" b="0" dirty="0">
              <a:solidFill>
                <a:prstClr val="white">
                  <a:lumMod val="65000"/>
                </a:prstClr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pic>
        <p:nvPicPr>
          <p:cNvPr id="12" name="Picture 2" descr="D:\은경\최종시안\스티커_로봇.png">
            <a:extLst>
              <a:ext uri="{FF2B5EF4-FFF2-40B4-BE49-F238E27FC236}">
                <a16:creationId xmlns:a16="http://schemas.microsoft.com/office/drawing/2014/main" id="{93DEDCA9-233A-10DC-C133-0D190D6040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845" y="2022818"/>
            <a:ext cx="3253374" cy="318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4467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1371" y="1514151"/>
            <a:ext cx="5568871" cy="3221049"/>
          </a:xfrm>
        </p:spPr>
        <p:txBody>
          <a:bodyPr anchor="b"/>
          <a:lstStyle>
            <a:lvl1pPr algn="ctr">
              <a:defRPr sz="42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8952" y="4859416"/>
            <a:ext cx="4913710" cy="2233746"/>
          </a:xfrm>
        </p:spPr>
        <p:txBody>
          <a:bodyPr/>
          <a:lstStyle>
            <a:lvl1pPr marL="0" indent="0" algn="ctr">
              <a:buNone/>
              <a:defRPr sz="1720"/>
            </a:lvl1pPr>
            <a:lvl2pPr marL="327584" indent="0" algn="ctr">
              <a:buNone/>
              <a:defRPr sz="1433"/>
            </a:lvl2pPr>
            <a:lvl3pPr marL="655168" indent="0" algn="ctr">
              <a:buNone/>
              <a:defRPr sz="1290"/>
            </a:lvl3pPr>
            <a:lvl4pPr marL="982751" indent="0" algn="ctr">
              <a:buNone/>
              <a:defRPr sz="1146"/>
            </a:lvl4pPr>
            <a:lvl5pPr marL="1310335" indent="0" algn="ctr">
              <a:buNone/>
              <a:defRPr sz="1146"/>
            </a:lvl5pPr>
            <a:lvl6pPr marL="1637919" indent="0" algn="ctr">
              <a:buNone/>
              <a:defRPr sz="1146"/>
            </a:lvl6pPr>
            <a:lvl7pPr marL="1965503" indent="0" algn="ctr">
              <a:buNone/>
              <a:defRPr sz="1146"/>
            </a:lvl7pPr>
            <a:lvl8pPr marL="2293087" indent="0" algn="ctr">
              <a:buNone/>
              <a:defRPr sz="1146"/>
            </a:lvl8pPr>
            <a:lvl9pPr marL="2620670" indent="0" algn="ctr">
              <a:buNone/>
              <a:defRPr sz="11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966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7037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012" y="2306565"/>
            <a:ext cx="5650766" cy="3848554"/>
          </a:xfrm>
        </p:spPr>
        <p:txBody>
          <a:bodyPr anchor="b"/>
          <a:lstStyle>
            <a:lvl1pPr>
              <a:defRPr sz="42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7012" y="6191528"/>
            <a:ext cx="5650766" cy="2023863"/>
          </a:xfrm>
        </p:spPr>
        <p:txBody>
          <a:bodyPr/>
          <a:lstStyle>
            <a:lvl1pPr marL="0" indent="0">
              <a:buNone/>
              <a:defRPr sz="1720">
                <a:solidFill>
                  <a:schemeClr val="tx1"/>
                </a:solidFill>
              </a:defRPr>
            </a:lvl1pPr>
            <a:lvl2pPr marL="327584" indent="0">
              <a:buNone/>
              <a:defRPr sz="1433">
                <a:solidFill>
                  <a:schemeClr val="tx1">
                    <a:tint val="75000"/>
                  </a:schemeClr>
                </a:solidFill>
              </a:defRPr>
            </a:lvl2pPr>
            <a:lvl3pPr marL="655168" indent="0">
              <a:buNone/>
              <a:defRPr sz="1290">
                <a:solidFill>
                  <a:schemeClr val="tx1">
                    <a:tint val="75000"/>
                  </a:schemeClr>
                </a:solidFill>
              </a:defRPr>
            </a:lvl3pPr>
            <a:lvl4pPr marL="982751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4pPr>
            <a:lvl5pPr marL="1310335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5pPr>
            <a:lvl6pPr marL="1637919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6pPr>
            <a:lvl7pPr marL="1965503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7pPr>
            <a:lvl8pPr marL="2293087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8pPr>
            <a:lvl9pPr marL="2620670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980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0423" y="2462903"/>
            <a:ext cx="2784436" cy="58702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16754" y="2462903"/>
            <a:ext cx="2784436" cy="58702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516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492583"/>
            <a:ext cx="5650766" cy="178828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1277" y="2268014"/>
            <a:ext cx="2771639" cy="1111518"/>
          </a:xfrm>
        </p:spPr>
        <p:txBody>
          <a:bodyPr anchor="b"/>
          <a:lstStyle>
            <a:lvl1pPr marL="0" indent="0">
              <a:buNone/>
              <a:defRPr sz="1720" b="1"/>
            </a:lvl1pPr>
            <a:lvl2pPr marL="327584" indent="0">
              <a:buNone/>
              <a:defRPr sz="1433" b="1"/>
            </a:lvl2pPr>
            <a:lvl3pPr marL="655168" indent="0">
              <a:buNone/>
              <a:defRPr sz="1290" b="1"/>
            </a:lvl3pPr>
            <a:lvl4pPr marL="982751" indent="0">
              <a:buNone/>
              <a:defRPr sz="1146" b="1"/>
            </a:lvl4pPr>
            <a:lvl5pPr marL="1310335" indent="0">
              <a:buNone/>
              <a:defRPr sz="1146" b="1"/>
            </a:lvl5pPr>
            <a:lvl6pPr marL="1637919" indent="0">
              <a:buNone/>
              <a:defRPr sz="1146" b="1"/>
            </a:lvl6pPr>
            <a:lvl7pPr marL="1965503" indent="0">
              <a:buNone/>
              <a:defRPr sz="1146" b="1"/>
            </a:lvl7pPr>
            <a:lvl8pPr marL="2293087" indent="0">
              <a:buNone/>
              <a:defRPr sz="1146" b="1"/>
            </a:lvl8pPr>
            <a:lvl9pPr marL="2620670" indent="0">
              <a:buNone/>
              <a:defRPr sz="11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1277" y="3379532"/>
            <a:ext cx="2771639" cy="49707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16754" y="2268014"/>
            <a:ext cx="2785289" cy="1111518"/>
          </a:xfrm>
        </p:spPr>
        <p:txBody>
          <a:bodyPr anchor="b"/>
          <a:lstStyle>
            <a:lvl1pPr marL="0" indent="0">
              <a:buNone/>
              <a:defRPr sz="1720" b="1"/>
            </a:lvl1pPr>
            <a:lvl2pPr marL="327584" indent="0">
              <a:buNone/>
              <a:defRPr sz="1433" b="1"/>
            </a:lvl2pPr>
            <a:lvl3pPr marL="655168" indent="0">
              <a:buNone/>
              <a:defRPr sz="1290" b="1"/>
            </a:lvl3pPr>
            <a:lvl4pPr marL="982751" indent="0">
              <a:buNone/>
              <a:defRPr sz="1146" b="1"/>
            </a:lvl4pPr>
            <a:lvl5pPr marL="1310335" indent="0">
              <a:buNone/>
              <a:defRPr sz="1146" b="1"/>
            </a:lvl5pPr>
            <a:lvl6pPr marL="1637919" indent="0">
              <a:buNone/>
              <a:defRPr sz="1146" b="1"/>
            </a:lvl6pPr>
            <a:lvl7pPr marL="1965503" indent="0">
              <a:buNone/>
              <a:defRPr sz="1146" b="1"/>
            </a:lvl7pPr>
            <a:lvl8pPr marL="2293087" indent="0">
              <a:buNone/>
              <a:defRPr sz="1146" b="1"/>
            </a:lvl8pPr>
            <a:lvl9pPr marL="2620670" indent="0">
              <a:buNone/>
              <a:defRPr sz="11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16754" y="3379532"/>
            <a:ext cx="2785289" cy="49707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8132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04914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9566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616797"/>
            <a:ext cx="2113066" cy="2158788"/>
          </a:xfrm>
        </p:spPr>
        <p:txBody>
          <a:bodyPr anchor="b"/>
          <a:lstStyle>
            <a:lvl1pPr>
              <a:defRPr sz="229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5289" y="1332112"/>
            <a:ext cx="3316754" cy="6574881"/>
          </a:xfrm>
        </p:spPr>
        <p:txBody>
          <a:bodyPr/>
          <a:lstStyle>
            <a:lvl1pPr>
              <a:defRPr sz="2293"/>
            </a:lvl1pPr>
            <a:lvl2pPr>
              <a:defRPr sz="2006"/>
            </a:lvl2pPr>
            <a:lvl3pPr>
              <a:defRPr sz="1720"/>
            </a:lvl3pPr>
            <a:lvl4pPr>
              <a:defRPr sz="1433"/>
            </a:lvl4pPr>
            <a:lvl5pPr>
              <a:defRPr sz="1433"/>
            </a:lvl5pPr>
            <a:lvl6pPr>
              <a:defRPr sz="1433"/>
            </a:lvl6pPr>
            <a:lvl7pPr>
              <a:defRPr sz="1433"/>
            </a:lvl7pPr>
            <a:lvl8pPr>
              <a:defRPr sz="1433"/>
            </a:lvl8pPr>
            <a:lvl9pPr>
              <a:defRPr sz="14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277" y="2775585"/>
            <a:ext cx="2113066" cy="5142115"/>
          </a:xfrm>
        </p:spPr>
        <p:txBody>
          <a:bodyPr/>
          <a:lstStyle>
            <a:lvl1pPr marL="0" indent="0">
              <a:buNone/>
              <a:defRPr sz="1146"/>
            </a:lvl1pPr>
            <a:lvl2pPr marL="327584" indent="0">
              <a:buNone/>
              <a:defRPr sz="1003"/>
            </a:lvl2pPr>
            <a:lvl3pPr marL="655168" indent="0">
              <a:buNone/>
              <a:defRPr sz="860"/>
            </a:lvl3pPr>
            <a:lvl4pPr marL="982751" indent="0">
              <a:buNone/>
              <a:defRPr sz="717"/>
            </a:lvl4pPr>
            <a:lvl5pPr marL="1310335" indent="0">
              <a:buNone/>
              <a:defRPr sz="717"/>
            </a:lvl5pPr>
            <a:lvl6pPr marL="1637919" indent="0">
              <a:buNone/>
              <a:defRPr sz="717"/>
            </a:lvl6pPr>
            <a:lvl7pPr marL="1965503" indent="0">
              <a:buNone/>
              <a:defRPr sz="717"/>
            </a:lvl7pPr>
            <a:lvl8pPr marL="2293087" indent="0">
              <a:buNone/>
              <a:defRPr sz="717"/>
            </a:lvl8pPr>
            <a:lvl9pPr marL="2620670" indent="0">
              <a:buNone/>
              <a:defRPr sz="71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5941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616797"/>
            <a:ext cx="2113066" cy="2158788"/>
          </a:xfrm>
        </p:spPr>
        <p:txBody>
          <a:bodyPr anchor="b"/>
          <a:lstStyle>
            <a:lvl1pPr>
              <a:defRPr sz="229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85289" y="1332112"/>
            <a:ext cx="3316754" cy="6574881"/>
          </a:xfrm>
        </p:spPr>
        <p:txBody>
          <a:bodyPr anchor="t"/>
          <a:lstStyle>
            <a:lvl1pPr marL="0" indent="0">
              <a:buNone/>
              <a:defRPr sz="2293"/>
            </a:lvl1pPr>
            <a:lvl2pPr marL="327584" indent="0">
              <a:buNone/>
              <a:defRPr sz="2006"/>
            </a:lvl2pPr>
            <a:lvl3pPr marL="655168" indent="0">
              <a:buNone/>
              <a:defRPr sz="1720"/>
            </a:lvl3pPr>
            <a:lvl4pPr marL="982751" indent="0">
              <a:buNone/>
              <a:defRPr sz="1433"/>
            </a:lvl4pPr>
            <a:lvl5pPr marL="1310335" indent="0">
              <a:buNone/>
              <a:defRPr sz="1433"/>
            </a:lvl5pPr>
            <a:lvl6pPr marL="1637919" indent="0">
              <a:buNone/>
              <a:defRPr sz="1433"/>
            </a:lvl6pPr>
            <a:lvl7pPr marL="1965503" indent="0">
              <a:buNone/>
              <a:defRPr sz="1433"/>
            </a:lvl7pPr>
            <a:lvl8pPr marL="2293087" indent="0">
              <a:buNone/>
              <a:defRPr sz="1433"/>
            </a:lvl8pPr>
            <a:lvl9pPr marL="2620670" indent="0">
              <a:buNone/>
              <a:defRPr sz="1433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277" y="2775585"/>
            <a:ext cx="2113066" cy="5142115"/>
          </a:xfrm>
        </p:spPr>
        <p:txBody>
          <a:bodyPr/>
          <a:lstStyle>
            <a:lvl1pPr marL="0" indent="0">
              <a:buNone/>
              <a:defRPr sz="1146"/>
            </a:lvl1pPr>
            <a:lvl2pPr marL="327584" indent="0">
              <a:buNone/>
              <a:defRPr sz="1003"/>
            </a:lvl2pPr>
            <a:lvl3pPr marL="655168" indent="0">
              <a:buNone/>
              <a:defRPr sz="860"/>
            </a:lvl3pPr>
            <a:lvl4pPr marL="982751" indent="0">
              <a:buNone/>
              <a:defRPr sz="717"/>
            </a:lvl4pPr>
            <a:lvl5pPr marL="1310335" indent="0">
              <a:buNone/>
              <a:defRPr sz="717"/>
            </a:lvl5pPr>
            <a:lvl6pPr marL="1637919" indent="0">
              <a:buNone/>
              <a:defRPr sz="717"/>
            </a:lvl6pPr>
            <a:lvl7pPr marL="1965503" indent="0">
              <a:buNone/>
              <a:defRPr sz="717"/>
            </a:lvl7pPr>
            <a:lvl8pPr marL="2293087" indent="0">
              <a:buNone/>
              <a:defRPr sz="717"/>
            </a:lvl8pPr>
            <a:lvl9pPr marL="2620670" indent="0">
              <a:buNone/>
              <a:defRPr sz="71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1512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1246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88498" y="492581"/>
            <a:ext cx="1412692" cy="78406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0424" y="492581"/>
            <a:ext cx="4156179" cy="78406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3315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37DFE21-A543-D248-FD33-435A68893D12}"/>
              </a:ext>
            </a:extLst>
          </p:cNvPr>
          <p:cNvSpPr txBox="1"/>
          <p:nvPr/>
        </p:nvSpPr>
        <p:spPr>
          <a:xfrm>
            <a:off x="387802" y="179975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전체 사이즈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18.2*25.7cm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인쇄 가이드 </a:t>
            </a:r>
            <a:r>
              <a:rPr lang="ko-KR" altLang="en-US" sz="1681" b="1" spc="280" dirty="0" err="1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양옆위아래</a:t>
            </a: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0.5cm</a:t>
            </a:r>
          </a:p>
        </p:txBody>
      </p:sp>
      <p:sp>
        <p:nvSpPr>
          <p:cNvPr id="85" name="슬라이드 번호 개체 틀 17">
            <a:extLst>
              <a:ext uri="{FF2B5EF4-FFF2-40B4-BE49-F238E27FC236}">
                <a16:creationId xmlns:a16="http://schemas.microsoft.com/office/drawing/2014/main" id="{0F721311-D04A-9267-ED67-5CD86DA7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62663" y="8384512"/>
            <a:ext cx="1474113" cy="492581"/>
          </a:xfrm>
        </p:spPr>
        <p:txBody>
          <a:bodyPr/>
          <a:lstStyle/>
          <a:p>
            <a:r>
              <a:rPr lang="en-US" altLang="ko-KR" sz="934" dirty="0"/>
              <a:t>0</a:t>
            </a:r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F7F101-0585-6B9F-9FC0-6D6FC1001F0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08CE3C-53AC-ADD3-1CE3-3C7EF195E8E7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23ADFC-5724-79C7-478C-F8E7E0C873A6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876C4-E0F8-3C01-CD1A-88A2B8B0B048}"/>
              </a:ext>
            </a:extLst>
          </p:cNvPr>
          <p:cNvSpPr txBox="1"/>
          <p:nvPr userDrawn="1"/>
        </p:nvSpPr>
        <p:spPr>
          <a:xfrm>
            <a:off x="376991" y="2114604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페이지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2.5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위쪽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아래쪽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 </a:t>
            </a:r>
          </a:p>
        </p:txBody>
      </p:sp>
    </p:spTree>
    <p:extLst>
      <p:ext uri="{BB962C8B-B14F-4D97-AF65-F5344CB8AC3E}">
        <p14:creationId xmlns:p14="http://schemas.microsoft.com/office/powerpoint/2010/main" val="1636775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61713A-B93B-B9AD-D04A-C485DB6D6A1B}"/>
              </a:ext>
            </a:extLst>
          </p:cNvPr>
          <p:cNvSpPr txBox="1"/>
          <p:nvPr userDrawn="1"/>
        </p:nvSpPr>
        <p:spPr>
          <a:xfrm>
            <a:off x="387802" y="179975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전체 사이즈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18.2*25.7cm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인쇄 가이드 </a:t>
            </a:r>
            <a:r>
              <a:rPr lang="ko-KR" altLang="en-US" sz="1681" b="1" spc="280" dirty="0" err="1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양옆위아래</a:t>
            </a: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0.5cm</a:t>
            </a:r>
          </a:p>
        </p:txBody>
      </p:sp>
      <p:sp>
        <p:nvSpPr>
          <p:cNvPr id="4" name="슬라이드 번호 개체 틀 17">
            <a:extLst>
              <a:ext uri="{FF2B5EF4-FFF2-40B4-BE49-F238E27FC236}">
                <a16:creationId xmlns:a16="http://schemas.microsoft.com/office/drawing/2014/main" id="{38136E1D-18B2-917E-8A59-92A98F9C3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469" y="8384512"/>
            <a:ext cx="1474113" cy="492581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ko-KR" sz="934"/>
              <a:t>0</a:t>
            </a:r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5B7E4A-ACCA-8884-9100-DE16FCA1FEB3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6D929B-E2F6-42A4-AE52-0B71566D8CEB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1E1A8F-E87C-E270-0E81-92FC88CD683F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6F9729-ED8B-606C-955F-F4EA52A8AB8F}"/>
              </a:ext>
            </a:extLst>
          </p:cNvPr>
          <p:cNvSpPr txBox="1"/>
          <p:nvPr userDrawn="1"/>
        </p:nvSpPr>
        <p:spPr>
          <a:xfrm>
            <a:off x="376991" y="2114604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페이지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2.5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위쪽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아래쪽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 </a:t>
            </a:r>
          </a:p>
        </p:txBody>
      </p:sp>
    </p:spTree>
    <p:extLst>
      <p:ext uri="{BB962C8B-B14F-4D97-AF65-F5344CB8AC3E}">
        <p14:creationId xmlns:p14="http://schemas.microsoft.com/office/powerpoint/2010/main" val="20718213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08AD72E-6B7A-B8DC-C91B-607F2F4D9CCF}"/>
              </a:ext>
            </a:extLst>
          </p:cNvPr>
          <p:cNvCxnSpPr>
            <a:cxnSpLocks/>
          </p:cNvCxnSpPr>
          <p:nvPr userDrawn="1"/>
        </p:nvCxnSpPr>
        <p:spPr>
          <a:xfrm>
            <a:off x="3936218" y="4390231"/>
            <a:ext cx="1787434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FC000A6-B495-4073-44DD-9EFAFF3A346E}"/>
              </a:ext>
            </a:extLst>
          </p:cNvPr>
          <p:cNvGrpSpPr/>
          <p:nvPr userDrawn="1"/>
        </p:nvGrpSpPr>
        <p:grpSpPr>
          <a:xfrm>
            <a:off x="822463" y="699254"/>
            <a:ext cx="3672688" cy="627616"/>
            <a:chOff x="242887" y="187648"/>
            <a:chExt cx="5195005" cy="88864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7DFE21-A543-D248-FD33-435A68893D12}"/>
                </a:ext>
              </a:extLst>
            </p:cNvPr>
            <p:cNvSpPr txBox="1"/>
            <p:nvPr/>
          </p:nvSpPr>
          <p:spPr>
            <a:xfrm>
              <a:off x="1043042" y="449506"/>
              <a:ext cx="4394850" cy="626784"/>
            </a:xfrm>
            <a:prstGeom prst="rect">
              <a:avLst/>
            </a:prstGeom>
            <a:noFill/>
            <a:ln>
              <a:solidFill>
                <a:schemeClr val="tx1">
                  <a:alpha val="0"/>
                </a:schemeClr>
              </a:solidFill>
            </a:ln>
          </p:spPr>
          <p:txBody>
            <a:bodyPr wrap="square" lIns="91430" tIns="45715" rIns="91430" bIns="45715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ko-KR" sz="1681" b="1" spc="280" dirty="0">
                  <a:ln>
                    <a:solidFill>
                      <a:srgbClr val="75C3B6">
                        <a:alpha val="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Python COS Pro 3</a:t>
              </a:r>
              <a:r>
                <a:rPr lang="ko-KR" altLang="en-US" sz="1681" b="1" spc="280" dirty="0">
                  <a:ln>
                    <a:solidFill>
                      <a:srgbClr val="75C3B6">
                        <a:alpha val="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급</a:t>
              </a:r>
              <a:endPara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92626397-EC88-1CEF-4F6C-1D113483D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887" y="187648"/>
              <a:ext cx="924139" cy="862012"/>
            </a:xfrm>
            <a:prstGeom prst="rect">
              <a:avLst/>
            </a:prstGeom>
          </p:spPr>
        </p:pic>
      </p:grpSp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4F5CFFB1-1B2A-C890-8414-1DDEA0DBB87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620645" y="4434391"/>
            <a:ext cx="3107006" cy="4925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868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제목</a:t>
            </a:r>
            <a:r>
              <a:rPr lang="en-US" altLang="ko-KR" dirty="0"/>
              <a:t>[</a:t>
            </a:r>
            <a:r>
              <a:rPr lang="ko-KR" altLang="en-US" dirty="0" err="1"/>
              <a:t>맑은고딕</a:t>
            </a:r>
            <a:r>
              <a:rPr lang="en-US" altLang="ko-KR" dirty="0"/>
              <a:t>:20]</a:t>
            </a:r>
          </a:p>
        </p:txBody>
      </p:sp>
      <p:sp>
        <p:nvSpPr>
          <p:cNvPr id="102" name="Title 1">
            <a:extLst>
              <a:ext uri="{FF2B5EF4-FFF2-40B4-BE49-F238E27FC236}">
                <a16:creationId xmlns:a16="http://schemas.microsoft.com/office/drawing/2014/main" id="{4175E15D-E067-24D4-D64B-DF7DFE269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91977" y="2908638"/>
            <a:ext cx="1674028" cy="1548826"/>
          </a:xfrm>
        </p:spPr>
        <p:txBody>
          <a:bodyPr>
            <a:noAutofit/>
          </a:bodyPr>
          <a:lstStyle>
            <a:lvl1pPr algn="r">
              <a:defRPr sz="14010" b="0">
                <a:solidFill>
                  <a:schemeClr val="accent6">
                    <a:lumMod val="7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1</a:t>
            </a:r>
            <a:endParaRPr lang="en-US" dirty="0"/>
          </a:p>
        </p:txBody>
      </p:sp>
      <p:sp>
        <p:nvSpPr>
          <p:cNvPr id="3" name="슬라이드 번호 개체 틀 17">
            <a:extLst>
              <a:ext uri="{FF2B5EF4-FFF2-40B4-BE49-F238E27FC236}">
                <a16:creationId xmlns:a16="http://schemas.microsoft.com/office/drawing/2014/main" id="{55FBD318-9A3E-3F8D-E7C0-BB425F7F743B}"/>
              </a:ext>
            </a:extLst>
          </p:cNvPr>
          <p:cNvSpPr txBox="1">
            <a:spLocks/>
          </p:cNvSpPr>
          <p:nvPr userDrawn="1"/>
        </p:nvSpPr>
        <p:spPr>
          <a:xfrm>
            <a:off x="4162663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0DFA0C-7E7B-207C-349F-BC03697201D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rgbClr val="F4F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8371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F2A2DA-A218-05B0-B05D-2FDE789782B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98322" y="1497080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0EF5C-B4D2-7F68-C96C-5163554121D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62006" y="1671463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D5FE957-21EE-39BA-24A8-80923A80E05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97946" y="3707544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F4934E5-1ACB-AAAA-1CFC-096C2BADAA0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61629" y="3881927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45088CD-F0E5-3327-8A29-738A26D37DE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31773" y="933505"/>
            <a:ext cx="3733114" cy="24896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121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:12, </a:t>
            </a:r>
            <a:r>
              <a:rPr lang="ko-KR" altLang="en-US" dirty="0"/>
              <a:t>흰색</a:t>
            </a:r>
            <a:r>
              <a:rPr lang="en-US" altLang="ko-KR" dirty="0"/>
              <a:t>]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04A71B7-635A-BEB0-0699-EDF69AE39DB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슬라이드 번호 개체 틀 17">
            <a:extLst>
              <a:ext uri="{FF2B5EF4-FFF2-40B4-BE49-F238E27FC236}">
                <a16:creationId xmlns:a16="http://schemas.microsoft.com/office/drawing/2014/main" id="{5D726847-F21F-5494-7AB4-BF76F9C96815}"/>
              </a:ext>
            </a:extLst>
          </p:cNvPr>
          <p:cNvSpPr txBox="1">
            <a:spLocks/>
          </p:cNvSpPr>
          <p:nvPr userDrawn="1"/>
        </p:nvSpPr>
        <p:spPr>
          <a:xfrm>
            <a:off x="-490158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</p:spTree>
    <p:extLst>
      <p:ext uri="{BB962C8B-B14F-4D97-AF65-F5344CB8AC3E}">
        <p14:creationId xmlns:p14="http://schemas.microsoft.com/office/powerpoint/2010/main" val="31400908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BC2CA49-147A-84C9-0AD4-64586C429E2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32536" y="1472366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6B8A381-58A8-4D04-31A5-E24085B535F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096219" y="1646749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82874678-789F-1EE2-D97F-33A26DB8354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032160" y="3682830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A83C7BFC-E7B7-2FF5-463E-62455CD7DBA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095843" y="3857213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EFEB078-BCE9-5A26-AC39-0E5CFE98BCA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65987" y="933505"/>
            <a:ext cx="3733114" cy="24896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121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:12, </a:t>
            </a:r>
            <a:r>
              <a:rPr lang="ko-KR" altLang="en-US" dirty="0"/>
              <a:t>흰색</a:t>
            </a:r>
            <a:r>
              <a:rPr lang="en-US" altLang="ko-KR" dirty="0"/>
              <a:t>]</a:t>
            </a:r>
          </a:p>
        </p:txBody>
      </p:sp>
      <p:sp>
        <p:nvSpPr>
          <p:cNvPr id="2" name="슬라이드 번호 개체 틀 17">
            <a:extLst>
              <a:ext uri="{FF2B5EF4-FFF2-40B4-BE49-F238E27FC236}">
                <a16:creationId xmlns:a16="http://schemas.microsoft.com/office/drawing/2014/main" id="{33E74F1E-6DAA-03AD-565D-5436B25FD800}"/>
              </a:ext>
            </a:extLst>
          </p:cNvPr>
          <p:cNvSpPr txBox="1">
            <a:spLocks/>
          </p:cNvSpPr>
          <p:nvPr userDrawn="1"/>
        </p:nvSpPr>
        <p:spPr>
          <a:xfrm>
            <a:off x="4481445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844DB8-6953-8298-50A0-39C8806FB647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9410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>
            <a:extLst>
              <a:ext uri="{FF2B5EF4-FFF2-40B4-BE49-F238E27FC236}">
                <a16:creationId xmlns:a16="http://schemas.microsoft.com/office/drawing/2014/main" id="{8AD42835-43C3-AB15-0920-7D5D3CB5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579" y="909798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7B25731-EE45-269E-C253-FB73DEDEC6FA}"/>
              </a:ext>
            </a:extLst>
          </p:cNvPr>
          <p:cNvCxnSpPr>
            <a:cxnSpLocks/>
          </p:cNvCxnSpPr>
          <p:nvPr userDrawn="1"/>
        </p:nvCxnSpPr>
        <p:spPr>
          <a:xfrm>
            <a:off x="1177194" y="1077278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EFAEEED-0306-E68A-711B-7644501B9B1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915427" y="1329197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1FA03F-B34D-E395-C2B3-180708875074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순서도: 다른 페이지 연결선 4">
            <a:extLst>
              <a:ext uri="{FF2B5EF4-FFF2-40B4-BE49-F238E27FC236}">
                <a16:creationId xmlns:a16="http://schemas.microsoft.com/office/drawing/2014/main" id="{1455081D-0383-5DBA-B70B-A4D58CBAEAF8}"/>
              </a:ext>
            </a:extLst>
          </p:cNvPr>
          <p:cNvSpPr/>
          <p:nvPr userDrawn="1"/>
        </p:nvSpPr>
        <p:spPr>
          <a:xfrm>
            <a:off x="677082" y="603708"/>
            <a:ext cx="477816" cy="467138"/>
          </a:xfrm>
          <a:prstGeom prst="flowChartOffpageConnector">
            <a:avLst/>
          </a:prstGeom>
          <a:solidFill>
            <a:srgbClr val="1B8F4D"/>
          </a:solidFill>
          <a:ln>
            <a:solidFill>
              <a:srgbClr val="1B8F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10" name="슬라이드 번호 개체 틀 17">
            <a:extLst>
              <a:ext uri="{FF2B5EF4-FFF2-40B4-BE49-F238E27FC236}">
                <a16:creationId xmlns:a16="http://schemas.microsoft.com/office/drawing/2014/main" id="{704A305F-7760-F84B-9B5F-C0745121698F}"/>
              </a:ext>
            </a:extLst>
          </p:cNvPr>
          <p:cNvSpPr txBox="1">
            <a:spLocks/>
          </p:cNvSpPr>
          <p:nvPr userDrawn="1"/>
        </p:nvSpPr>
        <p:spPr>
          <a:xfrm>
            <a:off x="-490158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</p:spTree>
    <p:extLst>
      <p:ext uri="{BB962C8B-B14F-4D97-AF65-F5344CB8AC3E}">
        <p14:creationId xmlns:p14="http://schemas.microsoft.com/office/powerpoint/2010/main" val="38200726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순서도: 다른 페이지 연결선 22">
            <a:extLst>
              <a:ext uri="{FF2B5EF4-FFF2-40B4-BE49-F238E27FC236}">
                <a16:creationId xmlns:a16="http://schemas.microsoft.com/office/drawing/2014/main" id="{5AFAD81B-BA47-20DA-B155-1D2290CAC6D0}"/>
              </a:ext>
            </a:extLst>
          </p:cNvPr>
          <p:cNvSpPr/>
          <p:nvPr userDrawn="1"/>
        </p:nvSpPr>
        <p:spPr>
          <a:xfrm>
            <a:off x="1120879" y="797759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7AE9E3AD-1745-895D-25BB-C850225FB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478" y="922155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6DDEAE-CE3F-FC42-81E3-9269E50B37A5}"/>
              </a:ext>
            </a:extLst>
          </p:cNvPr>
          <p:cNvSpPr txBox="1">
            <a:spLocks/>
          </p:cNvSpPr>
          <p:nvPr userDrawn="1"/>
        </p:nvSpPr>
        <p:spPr>
          <a:xfrm>
            <a:off x="1126539" y="894515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E1C0352-0C3A-7B44-9BE8-1D278F7FA8E3}"/>
              </a:ext>
            </a:extLst>
          </p:cNvPr>
          <p:cNvCxnSpPr>
            <a:cxnSpLocks/>
          </p:cNvCxnSpPr>
          <p:nvPr userDrawn="1"/>
        </p:nvCxnSpPr>
        <p:spPr>
          <a:xfrm>
            <a:off x="1629265" y="1198692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EF1CDED5-6CFE-6E1C-E71F-2076929226ED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040326" y="1341554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4573B4A-2700-CCC7-FE3A-0EDC719ABAF7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141499" y="1575182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700D324-8AF8-3375-6583-0C43BEB7B7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1141499" y="2481379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31" name="순서도: 다른 페이지 연결선 30">
            <a:extLst>
              <a:ext uri="{FF2B5EF4-FFF2-40B4-BE49-F238E27FC236}">
                <a16:creationId xmlns:a16="http://schemas.microsoft.com/office/drawing/2014/main" id="{471B874B-3DAB-0C20-A006-A7DEFC0B0ACF}"/>
              </a:ext>
            </a:extLst>
          </p:cNvPr>
          <p:cNvSpPr/>
          <p:nvPr userDrawn="1"/>
        </p:nvSpPr>
        <p:spPr>
          <a:xfrm>
            <a:off x="1122718" y="4291343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C61AFAC0-3BFF-0D08-4038-E12688A5D4D6}"/>
              </a:ext>
            </a:extLst>
          </p:cNvPr>
          <p:cNvSpPr txBox="1">
            <a:spLocks/>
          </p:cNvSpPr>
          <p:nvPr userDrawn="1"/>
        </p:nvSpPr>
        <p:spPr>
          <a:xfrm>
            <a:off x="1628317" y="4415738"/>
            <a:ext cx="3824236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94"/>
              <a:t>마스터 제목 스타일 편집</a:t>
            </a:r>
            <a:endParaRPr lang="en-US" sz="1494" dirty="0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F8F58AFB-C334-4A15-4E1E-C1A603BB3631}"/>
              </a:ext>
            </a:extLst>
          </p:cNvPr>
          <p:cNvSpPr txBox="1">
            <a:spLocks/>
          </p:cNvSpPr>
          <p:nvPr userDrawn="1"/>
        </p:nvSpPr>
        <p:spPr>
          <a:xfrm>
            <a:off x="1128378" y="4388099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AF427F5-0C21-4F28-4337-1955F45BAA66}"/>
              </a:ext>
            </a:extLst>
          </p:cNvPr>
          <p:cNvCxnSpPr>
            <a:cxnSpLocks/>
          </p:cNvCxnSpPr>
          <p:nvPr userDrawn="1"/>
        </p:nvCxnSpPr>
        <p:spPr>
          <a:xfrm>
            <a:off x="1631104" y="4692275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AA4DD7CD-9787-FF96-FC78-BFA451341850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042165" y="4835137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641AD4F-E780-5B5D-CC82-D2FE487AB8A9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1143338" y="5068765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B5400023-7F3A-77D5-2852-005AFE483846}"/>
              </a:ext>
            </a:extLst>
          </p:cNvPr>
          <p:cNvSpPr>
            <a:spLocks noGrp="1" noChangeAspect="1"/>
          </p:cNvSpPr>
          <p:nvPr>
            <p:ph type="pic" idx="24"/>
          </p:nvPr>
        </p:nvSpPr>
        <p:spPr>
          <a:xfrm>
            <a:off x="1143338" y="5974962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B92EA7-684A-A448-6459-F79B0D9B45B8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17">
            <a:extLst>
              <a:ext uri="{FF2B5EF4-FFF2-40B4-BE49-F238E27FC236}">
                <a16:creationId xmlns:a16="http://schemas.microsoft.com/office/drawing/2014/main" id="{89A7D385-731A-7B8E-DD80-89F7A0F4D3D3}"/>
              </a:ext>
            </a:extLst>
          </p:cNvPr>
          <p:cNvSpPr txBox="1">
            <a:spLocks/>
          </p:cNvSpPr>
          <p:nvPr userDrawn="1"/>
        </p:nvSpPr>
        <p:spPr>
          <a:xfrm>
            <a:off x="4481445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</p:spTree>
    <p:extLst>
      <p:ext uri="{BB962C8B-B14F-4D97-AF65-F5344CB8AC3E}">
        <p14:creationId xmlns:p14="http://schemas.microsoft.com/office/powerpoint/2010/main" val="35463913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다른 페이지 연결선 3">
            <a:extLst>
              <a:ext uri="{FF2B5EF4-FFF2-40B4-BE49-F238E27FC236}">
                <a16:creationId xmlns:a16="http://schemas.microsoft.com/office/drawing/2014/main" id="{5FABF0C7-AE96-FEC1-1944-6467CE2E0FF3}"/>
              </a:ext>
            </a:extLst>
          </p:cNvPr>
          <p:cNvSpPr/>
          <p:nvPr userDrawn="1"/>
        </p:nvSpPr>
        <p:spPr>
          <a:xfrm>
            <a:off x="946551" y="797759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F8A4629-81E4-0E0E-2D95-0FB4BC0AB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151" y="922155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D948CE6-D3F5-2930-188B-DB04E25D20D7}"/>
              </a:ext>
            </a:extLst>
          </p:cNvPr>
          <p:cNvSpPr txBox="1">
            <a:spLocks/>
          </p:cNvSpPr>
          <p:nvPr userDrawn="1"/>
        </p:nvSpPr>
        <p:spPr>
          <a:xfrm>
            <a:off x="952212" y="894515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752AA04-9C77-ECD5-689A-B72E67E33ADC}"/>
              </a:ext>
            </a:extLst>
          </p:cNvPr>
          <p:cNvCxnSpPr>
            <a:cxnSpLocks/>
          </p:cNvCxnSpPr>
          <p:nvPr userDrawn="1"/>
        </p:nvCxnSpPr>
        <p:spPr>
          <a:xfrm>
            <a:off x="1454937" y="1198692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FFCF4D2-F8A0-01DA-18FA-2FAC2675667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65999" y="1341554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6CC5AF9-53BC-3A76-3C42-F1C999B7647A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67171" y="1575182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0AC30C8-2C5F-D482-53D0-5FF1FE4CF2A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967171" y="2481379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6" name="순서도: 다른 페이지 연결선 25">
            <a:extLst>
              <a:ext uri="{FF2B5EF4-FFF2-40B4-BE49-F238E27FC236}">
                <a16:creationId xmlns:a16="http://schemas.microsoft.com/office/drawing/2014/main" id="{1FA3DF31-719A-17CD-A129-987510266D8D}"/>
              </a:ext>
            </a:extLst>
          </p:cNvPr>
          <p:cNvSpPr/>
          <p:nvPr userDrawn="1"/>
        </p:nvSpPr>
        <p:spPr>
          <a:xfrm>
            <a:off x="948390" y="4291343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20B0099-C7A0-C71F-2864-C721CF3ED6B0}"/>
              </a:ext>
            </a:extLst>
          </p:cNvPr>
          <p:cNvSpPr txBox="1">
            <a:spLocks/>
          </p:cNvSpPr>
          <p:nvPr userDrawn="1"/>
        </p:nvSpPr>
        <p:spPr>
          <a:xfrm>
            <a:off x="1453990" y="4415738"/>
            <a:ext cx="3824236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94"/>
              <a:t>마스터 제목 스타일 편집</a:t>
            </a:r>
            <a:endParaRPr lang="en-US" sz="1494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15A56448-62FE-916F-B562-8A6FB1E3CEBD}"/>
              </a:ext>
            </a:extLst>
          </p:cNvPr>
          <p:cNvSpPr txBox="1">
            <a:spLocks/>
          </p:cNvSpPr>
          <p:nvPr userDrawn="1"/>
        </p:nvSpPr>
        <p:spPr>
          <a:xfrm>
            <a:off x="954051" y="4388099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EB81EAE-86F9-2EC9-18DD-8958E18E0713}"/>
              </a:ext>
            </a:extLst>
          </p:cNvPr>
          <p:cNvCxnSpPr>
            <a:cxnSpLocks/>
          </p:cNvCxnSpPr>
          <p:nvPr userDrawn="1"/>
        </p:nvCxnSpPr>
        <p:spPr>
          <a:xfrm>
            <a:off x="1456776" y="4692275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8318C38B-4A17-E731-31C7-D19C53C8067E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867838" y="4835137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F66B1B6-A6E2-DE77-2A20-77391E2A1B84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69010" y="5068765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172A0B7C-BF4F-D5C2-E759-862BBF676755}"/>
              </a:ext>
            </a:extLst>
          </p:cNvPr>
          <p:cNvSpPr>
            <a:spLocks noGrp="1" noChangeAspect="1"/>
          </p:cNvSpPr>
          <p:nvPr>
            <p:ph type="pic" idx="24"/>
          </p:nvPr>
        </p:nvSpPr>
        <p:spPr>
          <a:xfrm>
            <a:off x="969010" y="5974962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5E183D-EBE0-0342-7D21-09564255F65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7">
            <a:extLst>
              <a:ext uri="{FF2B5EF4-FFF2-40B4-BE49-F238E27FC236}">
                <a16:creationId xmlns:a16="http://schemas.microsoft.com/office/drawing/2014/main" id="{89A9D52E-0964-FC86-4E40-CBD93893B932}"/>
              </a:ext>
            </a:extLst>
          </p:cNvPr>
          <p:cNvSpPr txBox="1">
            <a:spLocks/>
          </p:cNvSpPr>
          <p:nvPr userDrawn="1"/>
        </p:nvSpPr>
        <p:spPr>
          <a:xfrm>
            <a:off x="-490158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</p:spTree>
    <p:extLst>
      <p:ext uri="{BB962C8B-B14F-4D97-AF65-F5344CB8AC3E}">
        <p14:creationId xmlns:p14="http://schemas.microsoft.com/office/powerpoint/2010/main" val="262308140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7E2519A-3B07-6FCD-8588-7355A95BE1DE}"/>
              </a:ext>
            </a:extLst>
          </p:cNvPr>
          <p:cNvSpPr txBox="1">
            <a:spLocks/>
          </p:cNvSpPr>
          <p:nvPr userDrawn="1"/>
        </p:nvSpPr>
        <p:spPr>
          <a:xfrm>
            <a:off x="1569623" y="150665"/>
            <a:ext cx="3824236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1494" dirty="0"/>
              <a:t>오른쪽</a:t>
            </a:r>
            <a:endParaRPr lang="en-US" sz="1494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D70C2A-924D-63C1-A6F0-289C5530E792}"/>
              </a:ext>
            </a:extLst>
          </p:cNvPr>
          <p:cNvSpPr/>
          <p:nvPr userDrawn="1"/>
        </p:nvSpPr>
        <p:spPr>
          <a:xfrm>
            <a:off x="11057" y="808"/>
            <a:ext cx="6173305" cy="817377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56C269-A5D9-2686-A4FE-7F1F2217658F}"/>
              </a:ext>
            </a:extLst>
          </p:cNvPr>
          <p:cNvSpPr/>
          <p:nvPr userDrawn="1"/>
        </p:nvSpPr>
        <p:spPr>
          <a:xfrm>
            <a:off x="843561" y="688529"/>
            <a:ext cx="4766685" cy="685525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20317-9E38-3F56-C479-CADF21D82103}"/>
              </a:ext>
            </a:extLst>
          </p:cNvPr>
          <p:cNvSpPr txBox="1"/>
          <p:nvPr userDrawn="1"/>
        </p:nvSpPr>
        <p:spPr>
          <a:xfrm>
            <a:off x="1969588" y="5672131"/>
            <a:ext cx="2617448" cy="609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362" b="0" dirty="0">
                <a:solidFill>
                  <a:prstClr val="white">
                    <a:lumMod val="65000"/>
                  </a:prst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감사합니다</a:t>
            </a:r>
            <a:r>
              <a:rPr lang="en-US" altLang="ko-KR" sz="3362" b="0" dirty="0">
                <a:solidFill>
                  <a:prstClr val="white">
                    <a:lumMod val="65000"/>
                  </a:prst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  <a:endParaRPr lang="ko-KR" altLang="en-US" sz="3362" b="0" dirty="0">
              <a:solidFill>
                <a:prstClr val="white">
                  <a:lumMod val="65000"/>
                </a:prstClr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pic>
        <p:nvPicPr>
          <p:cNvPr id="12" name="Picture 2" descr="D:\은경\최종시안\스티커_로봇.png">
            <a:extLst>
              <a:ext uri="{FF2B5EF4-FFF2-40B4-BE49-F238E27FC236}">
                <a16:creationId xmlns:a16="http://schemas.microsoft.com/office/drawing/2014/main" id="{93DEDCA9-233A-10DC-C133-0D190D6040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845" y="2022818"/>
            <a:ext cx="3253374" cy="318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23528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다른 페이지 연결선 6">
            <a:extLst>
              <a:ext uri="{FF2B5EF4-FFF2-40B4-BE49-F238E27FC236}">
                <a16:creationId xmlns:a16="http://schemas.microsoft.com/office/drawing/2014/main" id="{FEEFF42E-A429-EA25-A58D-8AD385973AAD}"/>
              </a:ext>
            </a:extLst>
          </p:cNvPr>
          <p:cNvSpPr/>
          <p:nvPr userDrawn="1"/>
        </p:nvSpPr>
        <p:spPr>
          <a:xfrm>
            <a:off x="677082" y="603708"/>
            <a:ext cx="477816" cy="467138"/>
          </a:xfrm>
          <a:prstGeom prst="flowChartOffpageConnector">
            <a:avLst/>
          </a:prstGeom>
          <a:solidFill>
            <a:srgbClr val="1B8F4D"/>
          </a:solidFill>
          <a:ln>
            <a:solidFill>
              <a:srgbClr val="1B8F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D48BE50-BCA8-A34D-1EF3-8B6177B6B0A0}"/>
              </a:ext>
            </a:extLst>
          </p:cNvPr>
          <p:cNvCxnSpPr>
            <a:cxnSpLocks/>
          </p:cNvCxnSpPr>
          <p:nvPr userDrawn="1"/>
        </p:nvCxnSpPr>
        <p:spPr>
          <a:xfrm>
            <a:off x="1244759" y="1072853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Title 1">
            <a:extLst>
              <a:ext uri="{FF2B5EF4-FFF2-40B4-BE49-F238E27FC236}">
                <a16:creationId xmlns:a16="http://schemas.microsoft.com/office/drawing/2014/main" id="{9EC32A93-32BB-E7BE-9131-89D7050B4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865" y="922151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FBD99102-7F57-D8CF-A9EE-5961030AC8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2683" y="1435291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60DFB6C8-339C-81E4-792B-44AE557BE12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16366" y="1609674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36EB128A-F529-0546-0737-A73B6CD55FD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52306" y="3645755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BF5E3740-00CD-7E4B-8DA8-4AF65F0398B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15990" y="3820138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E7BFB79-A40E-BA52-44A7-46039F0DD1F5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17">
            <a:extLst>
              <a:ext uri="{FF2B5EF4-FFF2-40B4-BE49-F238E27FC236}">
                <a16:creationId xmlns:a16="http://schemas.microsoft.com/office/drawing/2014/main" id="{65B3D291-56E2-2633-6E2F-07146813032F}"/>
              </a:ext>
            </a:extLst>
          </p:cNvPr>
          <p:cNvSpPr txBox="1">
            <a:spLocks/>
          </p:cNvSpPr>
          <p:nvPr userDrawn="1"/>
        </p:nvSpPr>
        <p:spPr>
          <a:xfrm>
            <a:off x="-490158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</p:spTree>
    <p:extLst>
      <p:ext uri="{BB962C8B-B14F-4D97-AF65-F5344CB8AC3E}">
        <p14:creationId xmlns:p14="http://schemas.microsoft.com/office/powerpoint/2010/main" val="23759791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다른 페이지 연결선 6">
            <a:extLst>
              <a:ext uri="{FF2B5EF4-FFF2-40B4-BE49-F238E27FC236}">
                <a16:creationId xmlns:a16="http://schemas.microsoft.com/office/drawing/2014/main" id="{7A6ED1AD-0D4E-3C5A-C967-F297CC00ABBE}"/>
              </a:ext>
            </a:extLst>
          </p:cNvPr>
          <p:cNvSpPr/>
          <p:nvPr userDrawn="1"/>
        </p:nvSpPr>
        <p:spPr>
          <a:xfrm>
            <a:off x="1067534" y="608175"/>
            <a:ext cx="477816" cy="467138"/>
          </a:xfrm>
          <a:prstGeom prst="flowChartOffpageConnector">
            <a:avLst/>
          </a:prstGeom>
          <a:solidFill>
            <a:srgbClr val="1B8F4D"/>
          </a:solidFill>
          <a:ln>
            <a:solidFill>
              <a:srgbClr val="1B8F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C8C9800-4199-6A36-7730-666913A4A613}"/>
              </a:ext>
            </a:extLst>
          </p:cNvPr>
          <p:cNvCxnSpPr>
            <a:cxnSpLocks/>
          </p:cNvCxnSpPr>
          <p:nvPr userDrawn="1"/>
        </p:nvCxnSpPr>
        <p:spPr>
          <a:xfrm>
            <a:off x="1581137" y="1077278"/>
            <a:ext cx="4055639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29EBEED-7F25-B73B-7593-CDE62DE55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345" y="909798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960B4CB-AA52-24B6-1EFE-A6491595C510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067534" y="1414471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655327-DAAD-159C-D84A-168AF1D85720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슬라이드 번호 개체 틀 17">
            <a:extLst>
              <a:ext uri="{FF2B5EF4-FFF2-40B4-BE49-F238E27FC236}">
                <a16:creationId xmlns:a16="http://schemas.microsoft.com/office/drawing/2014/main" id="{325AA1AD-4000-A04B-1D50-936D2DA63D5E}"/>
              </a:ext>
            </a:extLst>
          </p:cNvPr>
          <p:cNvSpPr txBox="1">
            <a:spLocks/>
          </p:cNvSpPr>
          <p:nvPr userDrawn="1"/>
        </p:nvSpPr>
        <p:spPr>
          <a:xfrm>
            <a:off x="4481445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</p:spTree>
    <p:extLst>
      <p:ext uri="{BB962C8B-B14F-4D97-AF65-F5344CB8AC3E}">
        <p14:creationId xmlns:p14="http://schemas.microsoft.com/office/powerpoint/2010/main" val="3678855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0424" y="492583"/>
            <a:ext cx="5650766" cy="17882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424" y="2462903"/>
            <a:ext cx="5650766" cy="5870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0423" y="8575189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222" y="8575189"/>
            <a:ext cx="2211169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27077" y="8575189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52EAC-BE29-4AAD-B8A8-A623A2B858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88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23" r:id="rId12"/>
    <p:sldLayoutId id="2147483724" r:id="rId13"/>
    <p:sldLayoutId id="2147483747" r:id="rId14"/>
    <p:sldLayoutId id="2147483722" r:id="rId15"/>
    <p:sldLayoutId id="2147483696" r:id="rId16"/>
    <p:sldLayoutId id="2147483703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  <p:sldLayoutId id="2147483746" r:id="rId39"/>
  </p:sldLayoutIdLst>
  <p:hf sldNum="0" hdr="0" ftr="0" dt="0"/>
  <p:txStyles>
    <p:titleStyle>
      <a:lvl1pPr algn="l" defTabSz="655168" rtl="0" eaLnBrk="1" latinLnBrk="1" hangingPunct="1">
        <a:lnSpc>
          <a:spcPct val="90000"/>
        </a:lnSpc>
        <a:spcBef>
          <a:spcPct val="0"/>
        </a:spcBef>
        <a:buNone/>
        <a:defRPr sz="31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3792" indent="-163792" algn="l" defTabSz="655168" rtl="0" eaLnBrk="1" latinLnBrk="1" hangingPunct="1">
        <a:lnSpc>
          <a:spcPct val="90000"/>
        </a:lnSpc>
        <a:spcBef>
          <a:spcPts val="717"/>
        </a:spcBef>
        <a:buFont typeface="Arial" panose="020B0604020202020204" pitchFamily="34" charset="0"/>
        <a:buChar char="•"/>
        <a:defRPr sz="2006" kern="1200">
          <a:solidFill>
            <a:schemeClr val="tx1"/>
          </a:solidFill>
          <a:latin typeface="+mn-lt"/>
          <a:ea typeface="+mn-ea"/>
          <a:cs typeface="+mn-cs"/>
        </a:defRPr>
      </a:lvl1pPr>
      <a:lvl2pPr marL="491376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2pPr>
      <a:lvl3pPr marL="818960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433" kern="1200">
          <a:solidFill>
            <a:schemeClr val="tx1"/>
          </a:solidFill>
          <a:latin typeface="+mn-lt"/>
          <a:ea typeface="+mn-ea"/>
          <a:cs typeface="+mn-cs"/>
        </a:defRPr>
      </a:lvl3pPr>
      <a:lvl4pPr marL="1146543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4pPr>
      <a:lvl5pPr marL="1474127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5pPr>
      <a:lvl6pPr marL="1801711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6pPr>
      <a:lvl7pPr marL="2129295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7pPr>
      <a:lvl8pPr marL="2456879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8pPr>
      <a:lvl9pPr marL="2784462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1pPr>
      <a:lvl2pPr marL="327584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2pPr>
      <a:lvl3pPr marL="655168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3pPr>
      <a:lvl4pPr marL="982751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4pPr>
      <a:lvl5pPr marL="1310335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5pPr>
      <a:lvl6pPr marL="1637919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6pPr>
      <a:lvl7pPr marL="1965503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7pPr>
      <a:lvl8pPr marL="2293087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8pPr>
      <a:lvl9pPr marL="2620670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D8EE0-7D5E-A630-0F7B-60676456A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내용 개체 틀 3">
            <a:extLst>
              <a:ext uri="{FF2B5EF4-FFF2-40B4-BE49-F238E27FC236}">
                <a16:creationId xmlns:a16="http://schemas.microsoft.com/office/drawing/2014/main" id="{5CF8F5CA-456E-D698-B630-36AE9733B8A7}"/>
              </a:ext>
            </a:extLst>
          </p:cNvPr>
          <p:cNvSpPr txBox="1">
            <a:spLocks/>
          </p:cNvSpPr>
          <p:nvPr/>
        </p:nvSpPr>
        <p:spPr>
          <a:xfrm>
            <a:off x="349277" y="204692"/>
            <a:ext cx="2673323" cy="8863107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1. </a:t>
            </a:r>
            <a:r>
              <a:rPr lang="ko-KR" altLang="en-US" dirty="0"/>
              <a:t>숫자 정보를 가지는 리스트 </a:t>
            </a:r>
            <a:r>
              <a:rPr lang="en-US" altLang="ko-KR" dirty="0"/>
              <a:t>n</a:t>
            </a:r>
            <a:r>
              <a:rPr lang="ko-KR" altLang="en-US" dirty="0"/>
              <a:t>을 전달받아</a:t>
            </a:r>
            <a:r>
              <a:rPr lang="en-US" altLang="ko-KR" dirty="0"/>
              <a:t>, 7</a:t>
            </a:r>
            <a:r>
              <a:rPr lang="ko-KR" altLang="en-US" dirty="0"/>
              <a:t>보다 이전에 있는 숫자의 개수를 출력하는 프로그램을  작성해보세요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2. 5</a:t>
            </a:r>
            <a:r>
              <a:rPr lang="ko-KR" altLang="en-US" dirty="0"/>
              <a:t>개의 수를 입력 받아</a:t>
            </a:r>
            <a:r>
              <a:rPr lang="en-US" altLang="ko-KR" dirty="0"/>
              <a:t>, </a:t>
            </a:r>
            <a:r>
              <a:rPr lang="ko-KR" altLang="en-US" dirty="0"/>
              <a:t>리스트에 저장 후</a:t>
            </a:r>
            <a:r>
              <a:rPr lang="en-US" altLang="ko-KR" dirty="0"/>
              <a:t>,  </a:t>
            </a:r>
            <a:r>
              <a:rPr lang="ko-KR" altLang="en-US" dirty="0"/>
              <a:t>리스트의 저장된 내용을 거꾸로 </a:t>
            </a:r>
            <a:br>
              <a:rPr lang="en-US" altLang="ko-KR" dirty="0"/>
            </a:br>
            <a:r>
              <a:rPr lang="ko-KR" altLang="en-US" dirty="0"/>
              <a:t>출력하는 프로그램을 작성해보세요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3. </a:t>
            </a:r>
            <a:r>
              <a:rPr lang="ko-KR" altLang="en-US" dirty="0"/>
              <a:t>두 자연수 </a:t>
            </a:r>
            <a:r>
              <a:rPr lang="en-US" altLang="ko-KR" dirty="0"/>
              <a:t>k</a:t>
            </a:r>
            <a:r>
              <a:rPr lang="ko-KR" altLang="en-US" dirty="0"/>
              <a:t>와 </a:t>
            </a:r>
            <a:r>
              <a:rPr lang="en-US" altLang="ko-KR" dirty="0"/>
              <a:t>n</a:t>
            </a:r>
            <a:r>
              <a:rPr lang="ko-KR" altLang="en-US" dirty="0"/>
              <a:t>을 전달받아</a:t>
            </a:r>
            <a:r>
              <a:rPr lang="en-US" altLang="ko-KR" dirty="0"/>
              <a:t>, k</a:t>
            </a:r>
            <a:r>
              <a:rPr lang="ko-KR" altLang="en-US" dirty="0"/>
              <a:t>에 </a:t>
            </a:r>
            <a:r>
              <a:rPr lang="en-US" altLang="ko-KR" dirty="0"/>
              <a:t>3</a:t>
            </a:r>
            <a:r>
              <a:rPr lang="ko-KR" altLang="en-US" dirty="0"/>
              <a:t>씩 더하여 크기가 작은 </a:t>
            </a:r>
            <a:br>
              <a:rPr lang="en-US" altLang="ko-KR" dirty="0"/>
            </a:br>
            <a:r>
              <a:rPr lang="ko-KR" altLang="en-US" dirty="0"/>
              <a:t>순서대로 </a:t>
            </a:r>
            <a:r>
              <a:rPr lang="en-US" altLang="ko-KR" dirty="0"/>
              <a:t>n</a:t>
            </a:r>
            <a:r>
              <a:rPr lang="ko-KR" altLang="en-US" dirty="0"/>
              <a:t>개 출력하는 프로그램을 작성해보세요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11AE85-C3FF-B6D6-CECC-4792B0C6DD30}"/>
              </a:ext>
            </a:extLst>
          </p:cNvPr>
          <p:cNvSpPr txBox="1"/>
          <p:nvPr/>
        </p:nvSpPr>
        <p:spPr>
          <a:xfrm>
            <a:off x="784574" y="2048549"/>
            <a:ext cx="415498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ko-KR" sz="105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4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D47617-FAEC-C6D6-8B50-3189D6DB053D}"/>
              </a:ext>
            </a:extLst>
          </p:cNvPr>
          <p:cNvSpPr txBox="1"/>
          <p:nvPr/>
        </p:nvSpPr>
        <p:spPr>
          <a:xfrm>
            <a:off x="714716" y="4372059"/>
            <a:ext cx="934871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ko-KR" sz="105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5  4  3  2  1   </a:t>
            </a:r>
            <a:endParaRPr kumimoji="1" lang="ko-Kore-KR" altLang="en-US" sz="105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CDC4E5-CE30-9D09-B09F-41E54CF639B4}"/>
              </a:ext>
            </a:extLst>
          </p:cNvPr>
          <p:cNvSpPr txBox="1"/>
          <p:nvPr/>
        </p:nvSpPr>
        <p:spPr>
          <a:xfrm>
            <a:off x="784574" y="1377555"/>
            <a:ext cx="1730026" cy="2308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sz="9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14 45 50 3 7 11 5 23 9 80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7B1D16-D70F-79CA-C32D-A1AC37577ACD}"/>
              </a:ext>
            </a:extLst>
          </p:cNvPr>
          <p:cNvSpPr txBox="1"/>
          <p:nvPr/>
        </p:nvSpPr>
        <p:spPr>
          <a:xfrm>
            <a:off x="784574" y="3767985"/>
            <a:ext cx="1730026" cy="2308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sz="90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1 2 3 4 5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2A7649-37CB-2D8E-1D7E-3AB85999579B}"/>
              </a:ext>
            </a:extLst>
          </p:cNvPr>
          <p:cNvSpPr txBox="1"/>
          <p:nvPr/>
        </p:nvSpPr>
        <p:spPr>
          <a:xfrm>
            <a:off x="784574" y="6711608"/>
            <a:ext cx="2238025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05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35 30 25 20 15 10 5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5C9BCC-1873-165C-744B-9CCA0123FF26}"/>
              </a:ext>
            </a:extLst>
          </p:cNvPr>
          <p:cNvSpPr txBox="1"/>
          <p:nvPr/>
        </p:nvSpPr>
        <p:spPr>
          <a:xfrm>
            <a:off x="784574" y="6060717"/>
            <a:ext cx="1730026" cy="2308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sz="90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7 5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331163-D6EC-7B73-2769-E0B99C7CA650}"/>
              </a:ext>
            </a:extLst>
          </p:cNvPr>
          <p:cNvSpPr txBox="1"/>
          <p:nvPr/>
        </p:nvSpPr>
        <p:spPr>
          <a:xfrm>
            <a:off x="459973" y="7464412"/>
            <a:ext cx="2562626" cy="979755"/>
          </a:xfrm>
          <a:prstGeom prst="rect">
            <a:avLst/>
          </a:prstGeom>
          <a:solidFill>
            <a:schemeClr val="bg2"/>
          </a:solidFill>
          <a:ln>
            <a:solidFill>
              <a:srgbClr val="726868"/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k = int(input())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n = int(input())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9182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i="0" u="none" strike="noStrike" dirty="0" err="1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i="0" u="none" strike="noStrike" dirty="0">
                <a:solidFill>
                  <a:srgbClr val="5F9182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ko-KR" altLang="en-US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빈칸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빈칸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빈칸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altLang="ko-KR" sz="1050" b="0" i="0" u="none" strike="noStrike" dirty="0" err="1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, end=</a:t>
            </a:r>
            <a:r>
              <a:rPr lang="en-US" altLang="ko-KR" sz="1050" b="0" i="0" u="none" strike="noStrike" dirty="0">
                <a:solidFill>
                  <a:srgbClr val="7D9726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28845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ACD95-9F67-230A-9283-B4C5A844B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용 개체 틀 3">
            <a:extLst>
              <a:ext uri="{FF2B5EF4-FFF2-40B4-BE49-F238E27FC236}">
                <a16:creationId xmlns:a16="http://schemas.microsoft.com/office/drawing/2014/main" id="{8084BE35-5534-478D-7347-A1BD4DF3A525}"/>
              </a:ext>
            </a:extLst>
          </p:cNvPr>
          <p:cNvSpPr txBox="1">
            <a:spLocks/>
          </p:cNvSpPr>
          <p:nvPr/>
        </p:nvSpPr>
        <p:spPr>
          <a:xfrm>
            <a:off x="286371" y="240323"/>
            <a:ext cx="2822409" cy="8863107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4. </a:t>
            </a:r>
            <a:r>
              <a:rPr lang="ko-KR" altLang="en-US" dirty="0"/>
              <a:t>자연수 </a:t>
            </a:r>
            <a:r>
              <a:rPr lang="en-US" altLang="ko-KR" dirty="0"/>
              <a:t>n</a:t>
            </a:r>
            <a:r>
              <a:rPr lang="ko-KR" altLang="en-US" dirty="0"/>
              <a:t>을 입력 받아 하이픈</a:t>
            </a:r>
            <a:r>
              <a:rPr lang="en-US" altLang="ko-KR" dirty="0"/>
              <a:t>(-)</a:t>
            </a:r>
            <a:r>
              <a:rPr lang="ko-KR" altLang="en-US" dirty="0"/>
              <a:t>모양은 </a:t>
            </a:r>
            <a:r>
              <a:rPr lang="en-US" altLang="ko-KR" dirty="0"/>
              <a:t>0</a:t>
            </a:r>
            <a:r>
              <a:rPr lang="ko-KR" altLang="en-US" dirty="0"/>
              <a:t>부터 </a:t>
            </a:r>
            <a:r>
              <a:rPr lang="en-US" altLang="ko-KR" dirty="0"/>
              <a:t>n-1</a:t>
            </a:r>
            <a:r>
              <a:rPr lang="ko-KR" altLang="en-US" dirty="0"/>
              <a:t>까지 </a:t>
            </a:r>
            <a:r>
              <a:rPr lang="en-US" altLang="ko-KR" dirty="0"/>
              <a:t>1</a:t>
            </a:r>
            <a:r>
              <a:rPr lang="ko-KR" altLang="en-US" dirty="0"/>
              <a:t>씩 커지고 </a:t>
            </a:r>
            <a:r>
              <a:rPr lang="en-US" altLang="ko-KR" dirty="0"/>
              <a:t>(*)</a:t>
            </a:r>
            <a:r>
              <a:rPr lang="ko-KR" altLang="en-US" dirty="0"/>
              <a:t>모양은 </a:t>
            </a:r>
            <a:br>
              <a:rPr lang="en-US" altLang="ko-KR" dirty="0"/>
            </a:br>
            <a:r>
              <a:rPr lang="en-US" altLang="ko-KR" dirty="0"/>
              <a:t>n</a:t>
            </a:r>
            <a:r>
              <a:rPr lang="ko-KR" altLang="en-US" dirty="0"/>
              <a:t>부터 </a:t>
            </a:r>
            <a:r>
              <a:rPr lang="en-US" altLang="ko-KR" dirty="0"/>
              <a:t>1</a:t>
            </a:r>
            <a:r>
              <a:rPr lang="ko-KR" altLang="en-US" dirty="0"/>
              <a:t>까지 </a:t>
            </a:r>
            <a:r>
              <a:rPr lang="en-US" altLang="ko-KR" dirty="0"/>
              <a:t>1</a:t>
            </a:r>
            <a:r>
              <a:rPr lang="ko-KR" altLang="en-US" dirty="0"/>
              <a:t>씩 작아지면서 모양을 교차하며 출력하는 프로그램을 작성해보세요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5. 100</a:t>
            </a:r>
            <a:r>
              <a:rPr lang="ko-KR" altLang="en-US" dirty="0"/>
              <a:t>개 이하의 정수를 입력 받다가 </a:t>
            </a:r>
            <a:r>
              <a:rPr lang="en-US" altLang="ko-KR" dirty="0"/>
              <a:t>0</a:t>
            </a:r>
            <a:r>
              <a:rPr lang="ko-KR" altLang="en-US" dirty="0"/>
              <a:t>이 입력되면 </a:t>
            </a:r>
            <a:r>
              <a:rPr lang="en-US" altLang="ko-KR" dirty="0"/>
              <a:t>0</a:t>
            </a:r>
            <a:r>
              <a:rPr lang="ko-KR" altLang="en-US" dirty="0"/>
              <a:t>을 제외하고 그 때까지 입력 받은 개수를 출력한 후 입력 받은 정수를 차례로 출력하되 그 수가 홀수이면 </a:t>
            </a:r>
            <a:r>
              <a:rPr lang="en-US" altLang="ko-KR" dirty="0"/>
              <a:t>2</a:t>
            </a:r>
            <a:r>
              <a:rPr lang="ko-KR" altLang="en-US" dirty="0"/>
              <a:t>배 한 값을</a:t>
            </a:r>
            <a:r>
              <a:rPr lang="en-US" altLang="ko-KR" dirty="0"/>
              <a:t>, </a:t>
            </a:r>
            <a:r>
              <a:rPr lang="ko-KR" altLang="en-US" dirty="0"/>
              <a:t>짝수이면 </a:t>
            </a:r>
            <a:r>
              <a:rPr lang="en-US" altLang="ko-KR" dirty="0"/>
              <a:t>2</a:t>
            </a:r>
            <a:r>
              <a:rPr lang="ko-KR" altLang="en-US" dirty="0"/>
              <a:t>로 나눈 몫을 출력하는 프로그램을 작성해보세요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sz="200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sz="200" dirty="0"/>
          </a:p>
          <a:p>
            <a:pPr marL="0" indent="0">
              <a:buNone/>
            </a:pPr>
            <a:endParaRPr lang="en-US" altLang="ko-KR" sz="200" dirty="0"/>
          </a:p>
          <a:p>
            <a:pPr marL="0" indent="0">
              <a:buNone/>
            </a:pPr>
            <a:r>
              <a:rPr lang="ko-KR" altLang="en-US" dirty="0"/>
              <a:t>문제</a:t>
            </a:r>
            <a:r>
              <a:rPr lang="en-US" altLang="ko-KR" dirty="0"/>
              <a:t> 6. </a:t>
            </a:r>
            <a:r>
              <a:rPr lang="ko-KR" altLang="en-US" dirty="0"/>
              <a:t>리스트 </a:t>
            </a:r>
            <a:r>
              <a:rPr lang="en-US" altLang="ko-KR" dirty="0" err="1"/>
              <a:t>arr</a:t>
            </a:r>
            <a:r>
              <a:rPr lang="ko-KR" altLang="en-US" dirty="0"/>
              <a:t>길이 </a:t>
            </a:r>
            <a:r>
              <a:rPr lang="en-US" altLang="ko-KR" dirty="0"/>
              <a:t>n</a:t>
            </a:r>
            <a:r>
              <a:rPr lang="ko-KR" altLang="en-US" dirty="0"/>
              <a:t>을 입력 받아 리스트 </a:t>
            </a:r>
            <a:r>
              <a:rPr lang="en-US" altLang="ko-KR" dirty="0" err="1"/>
              <a:t>arr</a:t>
            </a:r>
            <a:r>
              <a:rPr lang="ko-KR" altLang="en-US" dirty="0"/>
              <a:t>을 선언하고</a:t>
            </a:r>
            <a:r>
              <a:rPr lang="en-US" altLang="ko-KR" dirty="0"/>
              <a:t>, </a:t>
            </a:r>
            <a:r>
              <a:rPr lang="ko-KR" altLang="en-US" dirty="0"/>
              <a:t>리스트 </a:t>
            </a:r>
            <a:r>
              <a:rPr lang="en-US" altLang="ko-KR" dirty="0" err="1"/>
              <a:t>arr</a:t>
            </a:r>
            <a:r>
              <a:rPr lang="ko-KR" altLang="en-US" dirty="0"/>
              <a:t>의 원소 값을 입력 받아 </a:t>
            </a:r>
            <a:r>
              <a:rPr lang="en-US" altLang="ko-KR" dirty="0" err="1"/>
              <a:t>arr</a:t>
            </a:r>
            <a:r>
              <a:rPr lang="ko-KR" altLang="en-US" dirty="0"/>
              <a:t>의 원소 중 짝수 위치에 있는 숫자를 모두 더한 값을 </a:t>
            </a:r>
            <a:br>
              <a:rPr lang="en-US" altLang="ko-KR" dirty="0"/>
            </a:br>
            <a:r>
              <a:rPr lang="ko-KR" altLang="en-US" dirty="0"/>
              <a:t>출력하는 프로그램을 작성해보세요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sz="200" dirty="0"/>
          </a:p>
          <a:p>
            <a:pPr marL="0" indent="0">
              <a:buNone/>
            </a:pPr>
            <a:endParaRPr lang="en-US" altLang="ko-KR" sz="200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sz="200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BE3304-DE1D-74CE-428F-40315E94B9DF}"/>
              </a:ext>
            </a:extLst>
          </p:cNvPr>
          <p:cNvSpPr txBox="1"/>
          <p:nvPr/>
        </p:nvSpPr>
        <p:spPr>
          <a:xfrm>
            <a:off x="794719" y="1582601"/>
            <a:ext cx="1164512" cy="2308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b="1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31A806-7562-0F0F-D756-5711ECDFE4A7}"/>
              </a:ext>
            </a:extLst>
          </p:cNvPr>
          <p:cNvSpPr txBox="1"/>
          <p:nvPr/>
        </p:nvSpPr>
        <p:spPr>
          <a:xfrm>
            <a:off x="794719" y="2259357"/>
            <a:ext cx="1675459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*****-****--***---**----*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E1D94D-6146-C05D-B210-251CF35BB711}"/>
              </a:ext>
            </a:extLst>
          </p:cNvPr>
          <p:cNvSpPr txBox="1"/>
          <p:nvPr/>
        </p:nvSpPr>
        <p:spPr>
          <a:xfrm>
            <a:off x="1451217" y="4596342"/>
            <a:ext cx="1125629" cy="4154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ko-KR" sz="105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5</a:t>
            </a:r>
          </a:p>
          <a:p>
            <a:r>
              <a:rPr kumimoji="1" lang="en-US" altLang="ko-KR" sz="105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4 5 10  30  50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167D20-0F2D-0D99-AAA3-0DF676B85EA8}"/>
              </a:ext>
            </a:extLst>
          </p:cNvPr>
          <p:cNvSpPr txBox="1"/>
          <p:nvPr/>
        </p:nvSpPr>
        <p:spPr>
          <a:xfrm>
            <a:off x="1451217" y="7087654"/>
            <a:ext cx="48923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ko-KR" sz="105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59    </a:t>
            </a:r>
            <a:endParaRPr kumimoji="1" lang="ko-Kore-KR" altLang="en-US" sz="105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E9DE34-B96C-D128-4A89-85FBE78EBAD8}"/>
              </a:ext>
            </a:extLst>
          </p:cNvPr>
          <p:cNvSpPr txBox="1"/>
          <p:nvPr/>
        </p:nvSpPr>
        <p:spPr>
          <a:xfrm>
            <a:off x="1451217" y="4205841"/>
            <a:ext cx="1361231" cy="2308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b="1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8 10 5 15 100 0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F16BF2-4B77-B48E-09F8-E5C9DE0C8E41}"/>
              </a:ext>
            </a:extLst>
          </p:cNvPr>
          <p:cNvSpPr txBox="1"/>
          <p:nvPr/>
        </p:nvSpPr>
        <p:spPr>
          <a:xfrm>
            <a:off x="1451217" y="6462560"/>
            <a:ext cx="1361231" cy="2308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b="1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9E73BA-EF95-D4E6-3E05-8D148EADC7E9}"/>
              </a:ext>
            </a:extLst>
          </p:cNvPr>
          <p:cNvSpPr txBox="1"/>
          <p:nvPr/>
        </p:nvSpPr>
        <p:spPr>
          <a:xfrm>
            <a:off x="1451217" y="6737402"/>
            <a:ext cx="1361231" cy="2308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b="1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41 23 27 0 12 36 30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9B2118-0EBF-E80C-A1F6-E449E8E4C74C}"/>
              </a:ext>
            </a:extLst>
          </p:cNvPr>
          <p:cNvSpPr txBox="1"/>
          <p:nvPr/>
        </p:nvSpPr>
        <p:spPr>
          <a:xfrm>
            <a:off x="891358" y="7412744"/>
            <a:ext cx="2135746" cy="1518364"/>
          </a:xfrm>
          <a:prstGeom prst="rect">
            <a:avLst/>
          </a:prstGeom>
          <a:solidFill>
            <a:schemeClr val="bg2"/>
          </a:solidFill>
          <a:ln>
            <a:solidFill>
              <a:srgbClr val="726868"/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1050" b="0" i="0" u="none" strike="noStrike" dirty="0" err="1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altLang="ko-KR" sz="1050" b="0" i="0" u="none" strike="noStrike" dirty="0">
                <a:solidFill>
                  <a:srgbClr val="AE7313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] * </a:t>
            </a:r>
            <a:r>
              <a:rPr lang="en-US" altLang="ko-KR" sz="1050" b="0" i="0" u="none" strike="noStrike" dirty="0">
                <a:solidFill>
                  <a:srgbClr val="AE7313"/>
                </a:solidFill>
                <a:effectLst/>
                <a:latin typeface="Consolas" panose="020B0609020204030204" pitchFamily="49" charset="0"/>
              </a:rPr>
              <a:t>1000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sum = </a:t>
            </a:r>
            <a:r>
              <a:rPr lang="en-US" altLang="ko-KR" sz="1050" b="0" i="0" u="none" strike="noStrike" dirty="0">
                <a:solidFill>
                  <a:srgbClr val="AE7313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n = int(input())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9182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i="0" u="none" strike="noStrike" dirty="0" err="1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i="0" u="none" strike="noStrike" dirty="0">
                <a:solidFill>
                  <a:srgbClr val="5F9182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 range(n):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i="0" u="none" strike="noStrike" dirty="0" err="1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50" b="0" i="0" u="none" strike="noStrike" dirty="0" err="1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] = int(input())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9182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i="0" u="none" strike="noStrike" dirty="0" err="1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i="0" u="none" strike="noStrike" dirty="0">
                <a:solidFill>
                  <a:srgbClr val="5F9182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50" b="0" i="0" u="none" strike="noStrike" dirty="0">
                <a:solidFill>
                  <a:srgbClr val="AE7313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, n, </a:t>
            </a:r>
            <a:r>
              <a:rPr lang="en-US" altLang="ko-KR" sz="1050" b="0" i="0" u="none" strike="noStrike" dirty="0">
                <a:solidFill>
                  <a:srgbClr val="AE7313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    sum = __</a:t>
            </a:r>
            <a:r>
              <a:rPr lang="ko-KR" altLang="en-US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빈칸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__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print(sum)</a:t>
            </a:r>
          </a:p>
        </p:txBody>
      </p:sp>
    </p:spTree>
    <p:extLst>
      <p:ext uri="{BB962C8B-B14F-4D97-AF65-F5344CB8AC3E}">
        <p14:creationId xmlns:p14="http://schemas.microsoft.com/office/powerpoint/2010/main" val="3065990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052FA-5418-821F-A98F-52A75A9C6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D7D906A4-179A-D758-798F-91DBD36A37A9}"/>
              </a:ext>
            </a:extLst>
          </p:cNvPr>
          <p:cNvSpPr txBox="1">
            <a:spLocks/>
          </p:cNvSpPr>
          <p:nvPr/>
        </p:nvSpPr>
        <p:spPr>
          <a:xfrm>
            <a:off x="349277" y="204692"/>
            <a:ext cx="2673323" cy="8863107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문제</a:t>
            </a:r>
            <a:r>
              <a:rPr lang="en-US" altLang="ko-KR" dirty="0"/>
              <a:t> 7. </a:t>
            </a:r>
            <a:r>
              <a:rPr lang="ko-KR" altLang="en-US" dirty="0"/>
              <a:t>입력 받은 수의 합이 짝수가 될 때까지 자연수를 입력 받아 </a:t>
            </a:r>
            <a:br>
              <a:rPr lang="en-US" altLang="ko-KR" dirty="0"/>
            </a:br>
            <a:r>
              <a:rPr lang="ko-KR" altLang="en-US" dirty="0"/>
              <a:t>그 합을 출력하는 프로그램을 작성해보세요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sz="200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sz="200" dirty="0"/>
          </a:p>
          <a:p>
            <a:pPr marL="0" indent="0">
              <a:buNone/>
            </a:pPr>
            <a:r>
              <a:rPr lang="ko-KR" altLang="en-US" dirty="0"/>
              <a:t>문제</a:t>
            </a:r>
            <a:r>
              <a:rPr lang="en-US" altLang="ko-KR" dirty="0"/>
              <a:t> 8. </a:t>
            </a:r>
            <a:r>
              <a:rPr lang="ko-KR" altLang="en-US" dirty="0"/>
              <a:t>입력 받은 수의 개수 </a:t>
            </a:r>
            <a:r>
              <a:rPr lang="en-US" altLang="ko-KR" dirty="0"/>
              <a:t>n</a:t>
            </a:r>
            <a:r>
              <a:rPr lang="ko-KR" altLang="en-US" dirty="0"/>
              <a:t>과 정수 </a:t>
            </a:r>
            <a:r>
              <a:rPr lang="en-US" altLang="ko-KR" dirty="0"/>
              <a:t>n</a:t>
            </a:r>
            <a:r>
              <a:rPr lang="ko-KR" altLang="en-US" dirty="0"/>
              <a:t>개를 입력 받아</a:t>
            </a:r>
            <a:r>
              <a:rPr lang="en-US" altLang="ko-KR" dirty="0"/>
              <a:t>, </a:t>
            </a:r>
            <a:r>
              <a:rPr lang="ko-KR" altLang="en-US" dirty="0"/>
              <a:t>짝수 번째 </a:t>
            </a:r>
            <a:br>
              <a:rPr lang="en-US" altLang="ko-KR" dirty="0"/>
            </a:br>
            <a:r>
              <a:rPr lang="ko-KR" altLang="en-US" dirty="0"/>
              <a:t>숫자의 합을 출력하도록 프로그램을 작성해보세요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sz="100" dirty="0"/>
          </a:p>
          <a:p>
            <a:pPr marL="0" indent="0">
              <a:buNone/>
            </a:pPr>
            <a:endParaRPr lang="en-US" altLang="ko-KR" sz="100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9. </a:t>
            </a:r>
            <a:r>
              <a:rPr lang="ko-KR" altLang="en-US" dirty="0"/>
              <a:t>문자열 두 개를 입력 받아 두 문자열의 길이를 뺀 값을 출력하는 프로그램을 작성해보세요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</a:t>
            </a:r>
            <a:r>
              <a:rPr lang="en-US" altLang="ko-KR" dirty="0"/>
              <a:t>]                                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sz="200" dirty="0"/>
          </a:p>
          <a:p>
            <a:pPr marL="0" indent="0">
              <a:buNone/>
            </a:pPr>
            <a:endParaRPr lang="en-US" altLang="ko-KR" sz="2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1A75AFA-2C2C-F4EE-D6B1-65A20D33C6D7}"/>
              </a:ext>
            </a:extLst>
          </p:cNvPr>
          <p:cNvCxnSpPr/>
          <p:nvPr/>
        </p:nvCxnSpPr>
        <p:spPr>
          <a:xfrm>
            <a:off x="3199606" y="291125"/>
            <a:ext cx="0" cy="816186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0077FC4-FE32-CEC7-4DCB-15E10F7BC7C1}"/>
              </a:ext>
            </a:extLst>
          </p:cNvPr>
          <p:cNvSpPr txBox="1"/>
          <p:nvPr/>
        </p:nvSpPr>
        <p:spPr>
          <a:xfrm>
            <a:off x="890691" y="1883023"/>
            <a:ext cx="2065600" cy="1338828"/>
          </a:xfrm>
          <a:prstGeom prst="rect">
            <a:avLst/>
          </a:prstGeom>
          <a:solidFill>
            <a:schemeClr val="bg2"/>
          </a:solidFill>
          <a:ln>
            <a:solidFill>
              <a:srgbClr val="726868"/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ret = </a:t>
            </a:r>
            <a:r>
              <a:rPr lang="en-US" altLang="ko-KR" sz="1050" b="0" i="0" u="none" strike="noStrike" dirty="0">
                <a:solidFill>
                  <a:srgbClr val="AE7313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9182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i="0" u="none" strike="noStrike" dirty="0">
                <a:solidFill>
                  <a:srgbClr val="5F9182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    value = int(input())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    ret = __</a:t>
            </a:r>
            <a:r>
              <a:rPr lang="ko-KR" altLang="en-US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빈칸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__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i="0" u="none" strike="noStrike" dirty="0">
                <a:solidFill>
                  <a:srgbClr val="5F9182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 ret % </a:t>
            </a:r>
            <a:r>
              <a:rPr lang="en-US" altLang="ko-KR" sz="1050" b="0" i="0" u="none" strike="noStrike" dirty="0">
                <a:solidFill>
                  <a:srgbClr val="AE7313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050" b="0" i="0" u="none" strike="noStrike" dirty="0">
                <a:solidFill>
                  <a:srgbClr val="AE7313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        __</a:t>
            </a:r>
            <a:r>
              <a:rPr lang="ko-KR" altLang="en-US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빈칸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__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en-US" altLang="ko-KR" sz="1050" b="0" i="0" u="none" strike="noStrike" dirty="0">
              <a:solidFill>
                <a:srgbClr val="3C383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449F60-5BFE-24EA-D6CD-42D0DB15CDE9}"/>
              </a:ext>
            </a:extLst>
          </p:cNvPr>
          <p:cNvSpPr txBox="1"/>
          <p:nvPr/>
        </p:nvSpPr>
        <p:spPr>
          <a:xfrm>
            <a:off x="890691" y="5251249"/>
            <a:ext cx="2065599" cy="1338828"/>
          </a:xfrm>
          <a:prstGeom prst="rect">
            <a:avLst/>
          </a:prstGeom>
          <a:solidFill>
            <a:schemeClr val="bg2"/>
          </a:solidFill>
          <a:ln>
            <a:solidFill>
              <a:srgbClr val="726868"/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n = int(input())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even = </a:t>
            </a:r>
            <a:r>
              <a:rPr lang="en-US" altLang="ko-KR" sz="1050" b="0" i="0" u="none" strike="noStrike" dirty="0">
                <a:solidFill>
                  <a:srgbClr val="AE7313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9182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i="0" u="none" strike="noStrike" dirty="0" err="1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i="0" u="none" strike="noStrike" dirty="0">
                <a:solidFill>
                  <a:srgbClr val="5F9182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 range(n):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    num = int(input())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i="0" u="none" strike="noStrike" dirty="0">
                <a:solidFill>
                  <a:srgbClr val="5F9182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 __</a:t>
            </a:r>
            <a:r>
              <a:rPr lang="ko-KR" altLang="en-US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빈칸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__: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        even += num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print(even)</a:t>
            </a:r>
            <a:endParaRPr lang="en-US" altLang="ko-KR" sz="1050" b="0" i="0" u="none" strike="noStrike" dirty="0">
              <a:solidFill>
                <a:srgbClr val="3C383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622822-24A3-EFBA-6C0A-B409EB541FBA}"/>
              </a:ext>
            </a:extLst>
          </p:cNvPr>
          <p:cNvSpPr txBox="1"/>
          <p:nvPr/>
        </p:nvSpPr>
        <p:spPr>
          <a:xfrm>
            <a:off x="1599708" y="1475514"/>
            <a:ext cx="410690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ko-KR" sz="105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14  </a:t>
            </a:r>
            <a:endParaRPr kumimoji="1" lang="ko-Kore-KR" altLang="en-US" sz="105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859085-1CF9-8E90-4805-8347730B4118}"/>
              </a:ext>
            </a:extLst>
          </p:cNvPr>
          <p:cNvSpPr txBox="1"/>
          <p:nvPr/>
        </p:nvSpPr>
        <p:spPr>
          <a:xfrm>
            <a:off x="1589806" y="4943404"/>
            <a:ext cx="405880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ko-KR" sz="105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24  </a:t>
            </a:r>
            <a:endParaRPr kumimoji="1" lang="ko-Kore-KR" altLang="en-US" sz="105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8EC933-0393-FF7A-C967-BBC5B8DF8F22}"/>
              </a:ext>
            </a:extLst>
          </p:cNvPr>
          <p:cNvSpPr txBox="1"/>
          <p:nvPr/>
        </p:nvSpPr>
        <p:spPr>
          <a:xfrm>
            <a:off x="1599708" y="1084800"/>
            <a:ext cx="1007597" cy="2308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5 4 6 3 7 0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0E6E1B-8787-A131-40E3-3E8191337AF0}"/>
              </a:ext>
            </a:extLst>
          </p:cNvPr>
          <p:cNvSpPr txBox="1"/>
          <p:nvPr/>
        </p:nvSpPr>
        <p:spPr>
          <a:xfrm>
            <a:off x="1589806" y="4386591"/>
            <a:ext cx="1077866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b="1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5</a:t>
            </a:r>
          </a:p>
          <a:p>
            <a:r>
              <a:rPr lang="en-US" altLang="ko-KR" sz="900" b="1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10 20 5 4 7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3F2241-5EC5-A2EC-EBF7-92B61522EF9A}"/>
              </a:ext>
            </a:extLst>
          </p:cNvPr>
          <p:cNvSpPr txBox="1"/>
          <p:nvPr/>
        </p:nvSpPr>
        <p:spPr>
          <a:xfrm>
            <a:off x="1001604" y="8619868"/>
            <a:ext cx="452368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4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2FA0D4-0DAE-4D77-D2D1-A7DA6077A248}"/>
              </a:ext>
            </a:extLst>
          </p:cNvPr>
          <p:cNvSpPr txBox="1"/>
          <p:nvPr/>
        </p:nvSpPr>
        <p:spPr>
          <a:xfrm>
            <a:off x="1052404" y="8013509"/>
            <a:ext cx="1441761" cy="2308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sz="90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readable    code</a:t>
            </a:r>
          </a:p>
        </p:txBody>
      </p:sp>
    </p:spTree>
    <p:extLst>
      <p:ext uri="{BB962C8B-B14F-4D97-AF65-F5344CB8AC3E}">
        <p14:creationId xmlns:p14="http://schemas.microsoft.com/office/powerpoint/2010/main" val="1728786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D27FA-554A-0555-A799-DA60647AE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용 개체 틀 3">
            <a:extLst>
              <a:ext uri="{FF2B5EF4-FFF2-40B4-BE49-F238E27FC236}">
                <a16:creationId xmlns:a16="http://schemas.microsoft.com/office/drawing/2014/main" id="{0307341D-CBE1-9D33-E3E2-0A39165B52FE}"/>
              </a:ext>
            </a:extLst>
          </p:cNvPr>
          <p:cNvSpPr txBox="1">
            <a:spLocks/>
          </p:cNvSpPr>
          <p:nvPr/>
        </p:nvSpPr>
        <p:spPr>
          <a:xfrm>
            <a:off x="236267" y="240323"/>
            <a:ext cx="2822409" cy="8863107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10. </a:t>
            </a:r>
            <a:r>
              <a:rPr lang="ko-KR" altLang="en-US" dirty="0"/>
              <a:t>문자열을 전달받아 문자열에 포함된 알파벳 소문자의 개수를 출력하는 프로그램을 작성해보세요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11. </a:t>
            </a:r>
            <a:r>
              <a:rPr lang="ko-KR" altLang="en-US" dirty="0"/>
              <a:t>문자열 한 개를 전달받아 한 글자씩 증가하는 부분 문자열을 </a:t>
            </a:r>
            <a:br>
              <a:rPr lang="en-US" altLang="ko-KR" dirty="0"/>
            </a:br>
            <a:r>
              <a:rPr lang="ko-KR" altLang="en-US" dirty="0"/>
              <a:t>공백으로 구분하여 순서대로 출력하는 프로그램을 작성해보세요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12.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알파벳 소문자로만 이루어진 문자열 두 개를 전달받아 영어 사전 순으로 뒤에 있는 문자열을 출력하는 </a:t>
            </a:r>
            <a:r>
              <a:rPr lang="ko-KR" altLang="en-US" dirty="0"/>
              <a:t>프로그램을 작성해보세요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C79029-5609-9EEC-8EC0-431372F7A70C}"/>
              </a:ext>
            </a:extLst>
          </p:cNvPr>
          <p:cNvSpPr txBox="1"/>
          <p:nvPr/>
        </p:nvSpPr>
        <p:spPr>
          <a:xfrm>
            <a:off x="1553919" y="1428878"/>
            <a:ext cx="399468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ko-KR" sz="105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  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E07A05-CB05-6940-9BF6-9F20832BCE63}"/>
              </a:ext>
            </a:extLst>
          </p:cNvPr>
          <p:cNvSpPr txBox="1"/>
          <p:nvPr/>
        </p:nvSpPr>
        <p:spPr>
          <a:xfrm>
            <a:off x="1541254" y="3473597"/>
            <a:ext cx="824265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I  Io  IoT    </a:t>
            </a:r>
            <a:endParaRPr kumimoji="1" lang="ko-Kore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1DB90D-99C4-A698-AA7A-B3895B6C4992}"/>
              </a:ext>
            </a:extLst>
          </p:cNvPr>
          <p:cNvSpPr txBox="1"/>
          <p:nvPr/>
        </p:nvSpPr>
        <p:spPr>
          <a:xfrm>
            <a:off x="1553919" y="1084800"/>
            <a:ext cx="1441761" cy="2308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sz="90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LOGic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A709D3-D286-F06B-760A-C736DA4BA25E}"/>
              </a:ext>
            </a:extLst>
          </p:cNvPr>
          <p:cNvSpPr txBox="1"/>
          <p:nvPr/>
        </p:nvSpPr>
        <p:spPr>
          <a:xfrm>
            <a:off x="1541254" y="3106435"/>
            <a:ext cx="1441761" cy="2308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sz="90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IoT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E8606C-83ED-5649-A4E4-B8C0D27008BD}"/>
              </a:ext>
            </a:extLst>
          </p:cNvPr>
          <p:cNvSpPr txBox="1"/>
          <p:nvPr/>
        </p:nvSpPr>
        <p:spPr>
          <a:xfrm>
            <a:off x="357358" y="4015123"/>
            <a:ext cx="2641115" cy="1762983"/>
          </a:xfrm>
          <a:prstGeom prst="rect">
            <a:avLst/>
          </a:prstGeom>
          <a:solidFill>
            <a:schemeClr val="bg2"/>
          </a:solidFill>
          <a:ln>
            <a:solidFill>
              <a:srgbClr val="726868"/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str = input()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9182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i="0" u="none" strike="noStrike" dirty="0" err="1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i="0" u="none" strike="noStrike" dirty="0">
                <a:solidFill>
                  <a:srgbClr val="5F9182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50" b="0" i="0" u="none" strike="noStrike" dirty="0" err="1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(str)):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i="0" u="none" strike="noStrike" dirty="0">
                <a:solidFill>
                  <a:srgbClr val="5F9182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50" b="0" i="0" u="none" strike="noStrike" dirty="0">
                <a:solidFill>
                  <a:srgbClr val="5F9182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 range(__</a:t>
            </a:r>
            <a:r>
              <a:rPr lang="ko-KR" altLang="en-US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빈칸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__):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        print(str[j], end=</a:t>
            </a:r>
            <a:r>
              <a:rPr lang="en-US" altLang="ko-KR" sz="1050" b="0" i="0" u="none" strike="noStrike" dirty="0">
                <a:solidFill>
                  <a:srgbClr val="7D9726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altLang="ko-KR" sz="1050" b="0" i="0" u="none" strike="noStrike" dirty="0">
                <a:solidFill>
                  <a:srgbClr val="7D9726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, end=</a:t>
            </a:r>
            <a:r>
              <a:rPr lang="en-US" altLang="ko-KR" sz="1050" b="0" i="0" u="none" strike="noStrike" dirty="0">
                <a:solidFill>
                  <a:srgbClr val="7D9726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50" b="0" i="0" u="none" strike="noStrike" dirty="0">
                <a:solidFill>
                  <a:srgbClr val="AE7313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sz="1050" b="0" i="0" u="none" strike="noStrike" dirty="0">
                <a:solidFill>
                  <a:srgbClr val="7D9726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F804D3-AD70-6716-4234-4EF591787B6F}"/>
              </a:ext>
            </a:extLst>
          </p:cNvPr>
          <p:cNvSpPr txBox="1"/>
          <p:nvPr/>
        </p:nvSpPr>
        <p:spPr>
          <a:xfrm>
            <a:off x="1383726" y="7179158"/>
            <a:ext cx="766557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ko-KR" sz="110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yellow  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F8A159-AF9C-A5FA-CA3D-8B25431031F0}"/>
              </a:ext>
            </a:extLst>
          </p:cNvPr>
          <p:cNvSpPr txBox="1"/>
          <p:nvPr/>
        </p:nvSpPr>
        <p:spPr>
          <a:xfrm>
            <a:off x="1439150" y="6860632"/>
            <a:ext cx="1441761" cy="2308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sz="90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yellow   green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335BC0-5F26-44CD-F6B1-214B3E2FE68E}"/>
              </a:ext>
            </a:extLst>
          </p:cNvPr>
          <p:cNvSpPr txBox="1"/>
          <p:nvPr/>
        </p:nvSpPr>
        <p:spPr>
          <a:xfrm>
            <a:off x="354565" y="7889144"/>
            <a:ext cx="2641115" cy="1035476"/>
          </a:xfrm>
          <a:prstGeom prst="rect">
            <a:avLst/>
          </a:prstGeom>
          <a:solidFill>
            <a:schemeClr val="bg2"/>
          </a:solidFill>
          <a:ln>
            <a:solidFill>
              <a:srgbClr val="D2A000"/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str1 = input()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str2 = input()</a:t>
            </a: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print(____</a:t>
            </a:r>
            <a:r>
              <a:rPr lang="ko-KR" altLang="en-US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빈칸</a:t>
            </a:r>
            <a:r>
              <a:rPr lang="en-US" altLang="ko-KR" sz="105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____)</a:t>
            </a:r>
            <a:endParaRPr lang="ko-KR" altLang="en-US" sz="600" dirty="0"/>
          </a:p>
        </p:txBody>
      </p:sp>
    </p:spTree>
    <p:extLst>
      <p:ext uri="{BB962C8B-B14F-4D97-AF65-F5344CB8AC3E}">
        <p14:creationId xmlns:p14="http://schemas.microsoft.com/office/powerpoint/2010/main" val="2932236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녹색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17931</TotalTime>
  <Words>758</Words>
  <Application>Microsoft Office PowerPoint</Application>
  <PresentationFormat>사용자 지정</PresentationFormat>
  <Paragraphs>121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7" baseType="lpstr">
      <vt:lpstr>12LotteMartDreamMedium</vt:lpstr>
      <vt:lpstr>210 옴니고딕 030</vt:lpstr>
      <vt:lpstr>Microsoft GothicNeo</vt:lpstr>
      <vt:lpstr>Microsoft GothicNeo Light</vt:lpstr>
      <vt:lpstr>맑은 고딕</vt:lpstr>
      <vt:lpstr>휴먼모음T</vt:lpstr>
      <vt:lpstr>휴먼편지체</vt:lpstr>
      <vt:lpstr>Arial</vt:lpstr>
      <vt:lpstr>Calibri</vt:lpstr>
      <vt:lpstr>Calibri Light</vt:lpstr>
      <vt:lpstr>Consolas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김보미</dc:creator>
  <cp:lastModifiedBy>은진 이</cp:lastModifiedBy>
  <cp:revision>431</cp:revision>
  <cp:lastPrinted>2025-10-31T06:11:16Z</cp:lastPrinted>
  <dcterms:created xsi:type="dcterms:W3CDTF">2023-06-21T09:07:53Z</dcterms:created>
  <dcterms:modified xsi:type="dcterms:W3CDTF">2026-06-15T00:07:09Z</dcterms:modified>
</cp:coreProperties>
</file>